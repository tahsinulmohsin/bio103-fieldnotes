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2.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6.xml"/>
  <Override ContentType="application/vnd.openxmlformats-officedocument.theme+xml" PartName="/ppt/theme/theme3.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 id="2147483660" r:id="rId5"/>
    <p:sldMasterId id="2147483661" r:id="rId6"/>
    <p:sldMasterId id="2147483662" r:id="rId7"/>
    <p:sldMasterId id="2147483663" r:id="rId8"/>
    <p:sldMasterId id="2147483664" r:id="rId9"/>
    <p:sldMasterId id="2147483665" r:id="rId10"/>
    <p:sldMasterId id="2147483666" r:id="rId11"/>
    <p:sldMasterId id="2147483667" r:id="rId12"/>
    <p:sldMasterId id="2147483668" r:id="rId13"/>
    <p:sldMasterId id="2147483669" r:id="rId14"/>
    <p:sldMasterId id="2147483670"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Lst>
  <p:sldSz cy="6858000" cx="10287000"/>
  <p:notesSz cx="6953250" cy="9232900"/>
  <p:embeddedFontLst>
    <p:embeddedFont>
      <p:font typeface="Constantia"/>
      <p:regular r:id="rId45"/>
      <p:bold r:id="rId46"/>
      <p:italic r:id="rId47"/>
      <p:boldItalic r:id="rId48"/>
    </p:embeddedFont>
    <p:embeddedFont>
      <p:font typeface="Tahoma"/>
      <p:regular r:id="rId49"/>
      <p:bold r:id="rId5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240">
          <p15:clr>
            <a:srgbClr val="000000"/>
          </p15:clr>
        </p15:guide>
      </p15:sldGuideLst>
    </p:ext>
    <p:ext uri="{2D200454-40CA-4A62-9FC3-DE9A4176ACB9}">
      <p15:notesGuideLst>
        <p15:guide id="1" orient="horz" pos="2909">
          <p15:clr>
            <a:srgbClr val="000000"/>
          </p15:clr>
        </p15:guide>
        <p15:guide id="2" pos="2189">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240"/>
      </p:guideLst>
    </p:cSldViewPr>
  </p:slideViewPr>
  <p:notesViewPr>
    <p:cSldViewPr snapToGrid="0">
      <p:cViewPr varScale="1">
        <p:scale>
          <a:sx n="100" d="100"/>
          <a:sy n="100" d="100"/>
        </p:scale>
        <p:origin x="0" y="0"/>
      </p:cViewPr>
      <p:guideLst>
        <p:guide pos="2909" orient="horz"/>
        <p:guide pos="2189"/>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24.xml"/><Relationship Id="rId42" Type="http://schemas.openxmlformats.org/officeDocument/2006/relationships/slide" Target="slides/slide26.xml"/><Relationship Id="rId41" Type="http://schemas.openxmlformats.org/officeDocument/2006/relationships/slide" Target="slides/slide25.xml"/><Relationship Id="rId44" Type="http://schemas.openxmlformats.org/officeDocument/2006/relationships/slide" Target="slides/slide28.xml"/><Relationship Id="rId43" Type="http://schemas.openxmlformats.org/officeDocument/2006/relationships/slide" Target="slides/slide27.xml"/><Relationship Id="rId46" Type="http://schemas.openxmlformats.org/officeDocument/2006/relationships/font" Target="fonts/Constantia-bold.fntdata"/><Relationship Id="rId45" Type="http://schemas.openxmlformats.org/officeDocument/2006/relationships/font" Target="fonts/Constantia-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font" Target="fonts/Constantia-boldItalic.fntdata"/><Relationship Id="rId47" Type="http://schemas.openxmlformats.org/officeDocument/2006/relationships/font" Target="fonts/Constantia-italic.fntdata"/><Relationship Id="rId49" Type="http://schemas.openxmlformats.org/officeDocument/2006/relationships/font" Target="fonts/Tahoma-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31" Type="http://schemas.openxmlformats.org/officeDocument/2006/relationships/slide" Target="slides/slide15.xml"/><Relationship Id="rId30" Type="http://schemas.openxmlformats.org/officeDocument/2006/relationships/slide" Target="slides/slide14.xml"/><Relationship Id="rId33" Type="http://schemas.openxmlformats.org/officeDocument/2006/relationships/slide" Target="slides/slide17.xml"/><Relationship Id="rId32" Type="http://schemas.openxmlformats.org/officeDocument/2006/relationships/slide" Target="slides/slide16.xml"/><Relationship Id="rId35" Type="http://schemas.openxmlformats.org/officeDocument/2006/relationships/slide" Target="slides/slide19.xml"/><Relationship Id="rId34" Type="http://schemas.openxmlformats.org/officeDocument/2006/relationships/slide" Target="slides/slide18.xml"/><Relationship Id="rId37" Type="http://schemas.openxmlformats.org/officeDocument/2006/relationships/slide" Target="slides/slide21.xml"/><Relationship Id="rId36" Type="http://schemas.openxmlformats.org/officeDocument/2006/relationships/slide" Target="slides/slide20.xml"/><Relationship Id="rId39" Type="http://schemas.openxmlformats.org/officeDocument/2006/relationships/slide" Target="slides/slide23.xml"/><Relationship Id="rId38" Type="http://schemas.openxmlformats.org/officeDocument/2006/relationships/slide" Target="slides/slide22.xml"/><Relationship Id="rId20" Type="http://schemas.openxmlformats.org/officeDocument/2006/relationships/slide" Target="slides/slide4.xml"/><Relationship Id="rId22" Type="http://schemas.openxmlformats.org/officeDocument/2006/relationships/slide" Target="slides/slide6.xml"/><Relationship Id="rId21" Type="http://schemas.openxmlformats.org/officeDocument/2006/relationships/slide" Target="slides/slide5.xml"/><Relationship Id="rId24" Type="http://schemas.openxmlformats.org/officeDocument/2006/relationships/slide" Target="slides/slide8.xml"/><Relationship Id="rId23" Type="http://schemas.openxmlformats.org/officeDocument/2006/relationships/slide" Target="slides/slide7.xml"/><Relationship Id="rId26" Type="http://schemas.openxmlformats.org/officeDocument/2006/relationships/slide" Target="slides/slide10.xml"/><Relationship Id="rId25" Type="http://schemas.openxmlformats.org/officeDocument/2006/relationships/slide" Target="slides/slide9.xml"/><Relationship Id="rId28" Type="http://schemas.openxmlformats.org/officeDocument/2006/relationships/slide" Target="slides/slide12.xml"/><Relationship Id="rId27" Type="http://schemas.openxmlformats.org/officeDocument/2006/relationships/slide" Target="slides/slide11.xml"/><Relationship Id="rId29" Type="http://schemas.openxmlformats.org/officeDocument/2006/relationships/slide" Target="slides/slide13.xml"/><Relationship Id="rId50" Type="http://schemas.openxmlformats.org/officeDocument/2006/relationships/font" Target="fonts/Tahoma-bold.fntdata"/><Relationship Id="rId11" Type="http://schemas.openxmlformats.org/officeDocument/2006/relationships/slideMaster" Target="slideMasters/slideMaster8.xml"/><Relationship Id="rId10" Type="http://schemas.openxmlformats.org/officeDocument/2006/relationships/slideMaster" Target="slideMasters/slideMaster7.xml"/><Relationship Id="rId13" Type="http://schemas.openxmlformats.org/officeDocument/2006/relationships/slideMaster" Target="slideMasters/slideMaster10.xml"/><Relationship Id="rId12" Type="http://schemas.openxmlformats.org/officeDocument/2006/relationships/slideMaster" Target="slideMasters/slideMaster9.xml"/><Relationship Id="rId15" Type="http://schemas.openxmlformats.org/officeDocument/2006/relationships/slideMaster" Target="slideMasters/slideMaster12.xml"/><Relationship Id="rId14" Type="http://schemas.openxmlformats.org/officeDocument/2006/relationships/slideMaster" Target="slideMasters/slideMaster11.xml"/><Relationship Id="rId17" Type="http://schemas.openxmlformats.org/officeDocument/2006/relationships/slide" Target="slides/slide1.xml"/><Relationship Id="rId16" Type="http://schemas.openxmlformats.org/officeDocument/2006/relationships/notesMaster" Target="notesMasters/notesMaster1.xml"/><Relationship Id="rId19" Type="http://schemas.openxmlformats.org/officeDocument/2006/relationships/slide" Target="slides/slide3.xml"/><Relationship Id="rId1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19425" cy="487362"/>
          </a:xfrm>
          <a:prstGeom prst="rect">
            <a:avLst/>
          </a:prstGeom>
          <a:noFill/>
          <a:ln>
            <a:noFill/>
          </a:ln>
        </p:spPr>
        <p:txBody>
          <a:bodyPr anchorCtr="0" anchor="t" bIns="48650" lIns="97300" spcFirstLastPara="1" rIns="97300" wrap="square" tIns="4865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4" name="Google Shape;4;n"/>
          <p:cNvSpPr txBox="1"/>
          <p:nvPr>
            <p:ph idx="10" type="dt"/>
          </p:nvPr>
        </p:nvSpPr>
        <p:spPr>
          <a:xfrm>
            <a:off x="3946525" y="0"/>
            <a:ext cx="3019425" cy="487362"/>
          </a:xfrm>
          <a:prstGeom prst="rect">
            <a:avLst/>
          </a:prstGeom>
          <a:noFill/>
          <a:ln>
            <a:noFill/>
          </a:ln>
        </p:spPr>
        <p:txBody>
          <a:bodyPr anchorCtr="0" anchor="t" bIns="48650" lIns="97300" spcFirstLastPara="1" rIns="97300" wrap="square" tIns="4865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5" name="Google Shape;5;n"/>
          <p:cNvSpPr/>
          <p:nvPr>
            <p:ph idx="3"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928687" y="4381500"/>
            <a:ext cx="5108575" cy="4138612"/>
          </a:xfrm>
          <a:prstGeom prst="rect">
            <a:avLst/>
          </a:prstGeom>
          <a:noFill/>
          <a:ln>
            <a:noFill/>
          </a:ln>
        </p:spPr>
        <p:txBody>
          <a:bodyPr anchorCtr="0" anchor="t" bIns="48650" lIns="97300" spcFirstLastPara="1" rIns="97300" wrap="square" tIns="4865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763000"/>
            <a:ext cx="3019425" cy="487362"/>
          </a:xfrm>
          <a:prstGeom prst="rect">
            <a:avLst/>
          </a:prstGeom>
          <a:noFill/>
          <a:ln>
            <a:noFill/>
          </a:ln>
        </p:spPr>
        <p:txBody>
          <a:bodyPr anchorCtr="0" anchor="b" bIns="48650" lIns="97300" spcFirstLastPara="1" rIns="97300" wrap="square" tIns="4865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rgbClr val="000000"/>
                </a:solidFill>
                <a:latin typeface="Times New Roman"/>
                <a:ea typeface="Times New Roman"/>
                <a:cs typeface="Times New Roman"/>
                <a:sym typeface="Times New Roman"/>
              </a:defRPr>
            </a:lvl9pPr>
          </a:lstStyle>
          <a:p/>
        </p:txBody>
      </p:sp>
      <p:sp>
        <p:nvSpPr>
          <p:cNvPr id="8" name="Google Shape;8;n"/>
          <p:cNvSpPr txBox="1"/>
          <p:nvPr>
            <p:ph idx="12" type="sldNum"/>
          </p:nvPr>
        </p:nvSpPr>
        <p:spPr>
          <a:xfrm>
            <a:off x="3946525" y="8763000"/>
            <a:ext cx="3019425" cy="487362"/>
          </a:xfrm>
          <a:prstGeom prst="rect">
            <a:avLst/>
          </a:prstGeom>
          <a:noFill/>
          <a:ln>
            <a:noFill/>
          </a:ln>
        </p:spPr>
        <p:txBody>
          <a:bodyPr anchorCtr="0" anchor="b" bIns="48650" lIns="97300" spcFirstLastPara="1" rIns="97300" wrap="square" tIns="48650">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notes"/>
          <p:cNvSpPr txBox="1"/>
          <p:nvPr/>
        </p:nvSpPr>
        <p:spPr>
          <a:xfrm>
            <a:off x="3946525" y="8763000"/>
            <a:ext cx="3019425" cy="487362"/>
          </a:xfrm>
          <a:prstGeom prst="rect">
            <a:avLst/>
          </a:prstGeom>
          <a:noFill/>
          <a:ln>
            <a:noFill/>
          </a:ln>
        </p:spPr>
        <p:txBody>
          <a:bodyPr anchorCtr="0" anchor="b" bIns="48650" lIns="97300" spcFirstLastPara="1" rIns="97300" wrap="square" tIns="48650">
            <a:noAutofit/>
          </a:bodyPr>
          <a:lstStyle/>
          <a:p>
            <a:pPr indent="0" lvl="0" marL="0" marR="0" rtl="0" algn="r">
              <a:lnSpc>
                <a:spcPct val="100000"/>
              </a:lnSpc>
              <a:spcBef>
                <a:spcPts val="0"/>
              </a:spcBef>
              <a:spcAft>
                <a:spcPts val="0"/>
              </a:spcAft>
              <a:buClr>
                <a:srgbClr val="000000"/>
              </a:buClr>
              <a:buSzPts val="1300"/>
              <a:buFont typeface="Times New Roman"/>
              <a:buNone/>
            </a:pPr>
            <a:fld id="{00000000-1234-1234-1234-123412341234}" type="slidenum">
              <a:rPr b="0" i="0" lang="en-US" sz="1300" u="none" cap="none" strike="noStrike">
                <a:solidFill>
                  <a:srgbClr val="000000"/>
                </a:solidFill>
                <a:latin typeface="Times New Roman"/>
                <a:ea typeface="Times New Roman"/>
                <a:cs typeface="Times New Roman"/>
                <a:sym typeface="Times New Roman"/>
              </a:rPr>
              <a:t>‹#›</a:t>
            </a:fld>
            <a:endParaRPr/>
          </a:p>
        </p:txBody>
      </p:sp>
      <p:sp>
        <p:nvSpPr>
          <p:cNvPr id="152" name="Google Shape;152;p1:notes"/>
          <p:cNvSpPr txBox="1"/>
          <p:nvPr/>
        </p:nvSpPr>
        <p:spPr>
          <a:xfrm>
            <a:off x="3938587" y="8769350"/>
            <a:ext cx="3013075" cy="461962"/>
          </a:xfrm>
          <a:prstGeom prst="rect">
            <a:avLst/>
          </a:prstGeom>
          <a:noFill/>
          <a:ln>
            <a:noFill/>
          </a:ln>
        </p:spPr>
        <p:txBody>
          <a:bodyPr anchorCtr="0" anchor="b" bIns="46225" lIns="92475" spcFirstLastPara="1" rIns="92475" wrap="square" tIns="462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
        <p:nvSpPr>
          <p:cNvPr id="153" name="Google Shape;153;p1:notes"/>
          <p:cNvSpPr/>
          <p:nvPr>
            <p:ph idx="2" type="sldImg"/>
          </p:nvPr>
        </p:nvSpPr>
        <p:spPr>
          <a:xfrm>
            <a:off x="881062" y="692150"/>
            <a:ext cx="5191125" cy="3462337"/>
          </a:xfrm>
          <a:custGeom>
            <a:rect b="b" l="l" r="r" t="t"/>
            <a:pathLst>
              <a:path extrusionOk="0" h="120000" w="120000">
                <a:moveTo>
                  <a:pt x="0" y="0"/>
                </a:moveTo>
                <a:lnTo>
                  <a:pt x="120000" y="0"/>
                </a:lnTo>
                <a:lnTo>
                  <a:pt x="120000" y="120000"/>
                </a:lnTo>
                <a:lnTo>
                  <a:pt x="0" y="120000"/>
                </a:lnTo>
                <a:close/>
              </a:path>
            </a:pathLst>
          </a:custGeom>
          <a:solidFill>
            <a:srgbClr val="FFFFFF"/>
          </a:solidFill>
          <a:ln>
            <a:noFill/>
          </a:ln>
        </p:spPr>
      </p:sp>
      <p:sp>
        <p:nvSpPr>
          <p:cNvPr id="154" name="Google Shape;154;p1:notes"/>
          <p:cNvSpPr txBox="1"/>
          <p:nvPr>
            <p:ph idx="1" type="body"/>
          </p:nvPr>
        </p:nvSpPr>
        <p:spPr>
          <a:xfrm>
            <a:off x="695325" y="4386262"/>
            <a:ext cx="5562600" cy="4154487"/>
          </a:xfrm>
          <a:prstGeom prst="rect">
            <a:avLst/>
          </a:prstGeom>
          <a:noFill/>
          <a:ln cap="flat" cmpd="sng" w="9525">
            <a:solidFill>
              <a:srgbClr val="000000"/>
            </a:solidFill>
            <a:prstDash val="solid"/>
            <a:miter lim="5242"/>
            <a:headEnd len="sm" w="sm" type="none"/>
            <a:tailEnd len="sm" w="sm" type="none"/>
          </a:ln>
        </p:spPr>
        <p:txBody>
          <a:bodyPr anchorCtr="0" anchor="t" bIns="46225" lIns="92475" spcFirstLastPara="1" rIns="92475" wrap="square" tIns="46225">
            <a:noAutofit/>
          </a:bodyPr>
          <a:lstStyle/>
          <a:p>
            <a:pPr indent="0" lvl="0" marL="0" rtl="0" algn="l">
              <a:lnSpc>
                <a:spcPct val="90000"/>
              </a:lnSpc>
              <a:spcBef>
                <a:spcPts val="0"/>
              </a:spcBef>
              <a:spcAft>
                <a:spcPts val="0"/>
              </a:spcAft>
              <a:buSzPts val="1000"/>
              <a:buNone/>
            </a:pPr>
            <a:r>
              <a:rPr lang="en-US" sz="1000"/>
              <a:t>																																																																																																																																								</a:t>
            </a:r>
            <a:endParaRPr/>
          </a:p>
          <a:p>
            <a:pPr indent="0" lvl="0" marL="0" rtl="0" algn="l">
              <a:spcBef>
                <a:spcPts val="0"/>
              </a:spcBef>
              <a:spcAft>
                <a:spcPts val="0"/>
              </a:spcAft>
              <a:buNone/>
            </a:pPr>
            <a:r>
              <a:t/>
            </a:r>
            <a:endParaRPr sz="1000"/>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2: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167" name="Google Shape;167;p2: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3: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173" name="Google Shape;173;p3: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4: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191" name="Google Shape;191;p4: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5: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197" name="Google Shape;197;p5: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6: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02" name="Google Shape;202;p6: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7: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07" name="Google Shape;207;p7: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8: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12" name="Google Shape;212;p8: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9: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17" name="Google Shape;217;p9: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0: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22" name="Google Shape;222;p10: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27" name="Google Shape;227;p11: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34" name="Google Shape;234;p12: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3: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40" name="Google Shape;240;p13: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4: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46" name="Google Shape;246;p14: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5: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53" name="Google Shape;253;p15: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6: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61" name="Google Shape;261;p16: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7: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68" name="Google Shape;268;p17: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8: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74" name="Google Shape;274;p18: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9: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80" name="Google Shape;280;p19: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0: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86" name="Google Shape;286;p20: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1: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91" name="Google Shape;291;p21: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22: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297" name="Google Shape;297;p22: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23: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303" name="Google Shape;303;p23: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4: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311" name="Google Shape;311;p24: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25: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319" name="Google Shape;319;p25: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26: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325" name="Google Shape;325;p26: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27: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330" name="Google Shape;330;p27: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p28:notes"/>
          <p:cNvSpPr txBox="1"/>
          <p:nvPr>
            <p:ph idx="1" type="body"/>
          </p:nvPr>
        </p:nvSpPr>
        <p:spPr>
          <a:xfrm>
            <a:off x="928687" y="4381500"/>
            <a:ext cx="5108575" cy="4138612"/>
          </a:xfrm>
          <a:prstGeom prst="rect">
            <a:avLst/>
          </a:prstGeom>
        </p:spPr>
        <p:txBody>
          <a:bodyPr anchorCtr="0" anchor="t" bIns="48650" lIns="97300" spcFirstLastPara="1" rIns="97300" wrap="square" tIns="48650">
            <a:noAutofit/>
          </a:bodyPr>
          <a:lstStyle/>
          <a:p>
            <a:pPr indent="0" lvl="0" marL="0" rtl="0" algn="l">
              <a:spcBef>
                <a:spcPts val="0"/>
              </a:spcBef>
              <a:spcAft>
                <a:spcPts val="0"/>
              </a:spcAft>
              <a:buNone/>
            </a:pPr>
            <a:r>
              <a:t/>
            </a:r>
            <a:endParaRPr/>
          </a:p>
        </p:txBody>
      </p:sp>
      <p:sp>
        <p:nvSpPr>
          <p:cNvPr id="337" name="Google Shape;337;p28:notes"/>
          <p:cNvSpPr/>
          <p:nvPr>
            <p:ph idx="2" type="sldImg"/>
          </p:nvPr>
        </p:nvSpPr>
        <p:spPr>
          <a:xfrm>
            <a:off x="928687" y="730250"/>
            <a:ext cx="5113337" cy="34083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1" name="Shape 31"/>
        <p:cNvGrpSpPr/>
        <p:nvPr/>
      </p:nvGrpSpPr>
      <p:grpSpPr>
        <a:xfrm>
          <a:off x="0" y="0"/>
          <a:ext cx="0" cy="0"/>
          <a:chOff x="0" y="0"/>
          <a:chExt cx="0" cy="0"/>
        </a:xfrm>
      </p:grpSpPr>
      <p:sp>
        <p:nvSpPr>
          <p:cNvPr id="32" name="Google Shape;32;p5"/>
          <p:cNvSpPr txBox="1"/>
          <p:nvPr>
            <p:ph type="ctrTitle"/>
          </p:nvPr>
        </p:nvSpPr>
        <p:spPr>
          <a:xfrm>
            <a:off x="1285875" y="1122363"/>
            <a:ext cx="7715250" cy="2387600"/>
          </a:xfrm>
          <a:prstGeom prst="rect">
            <a:avLst/>
          </a:prstGeom>
          <a:noFill/>
          <a:ln>
            <a:noFill/>
          </a:ln>
        </p:spPr>
        <p:txBody>
          <a:bodyPr anchorCtr="0" anchor="b" bIns="45700" lIns="91400" spcFirstLastPara="1" rIns="91400"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5"/>
          <p:cNvSpPr txBox="1"/>
          <p:nvPr>
            <p:ph idx="1" type="subTitle"/>
          </p:nvPr>
        </p:nvSpPr>
        <p:spPr>
          <a:xfrm>
            <a:off x="1285875" y="3602038"/>
            <a:ext cx="7715250" cy="1655762"/>
          </a:xfrm>
          <a:prstGeom prst="rect">
            <a:avLst/>
          </a:prstGeom>
          <a:noFill/>
          <a:ln>
            <a:noFill/>
          </a:ln>
        </p:spPr>
        <p:txBody>
          <a:bodyPr anchorCtr="0" anchor="t" bIns="45700" lIns="91400" spcFirstLastPara="1" rIns="91400" wrap="square" tIns="45700">
            <a:noAutofit/>
          </a:bodyPr>
          <a:lstStyle>
            <a:lvl1pPr lvl="0" algn="ctr">
              <a:spcBef>
                <a:spcPts val="480"/>
              </a:spcBef>
              <a:spcAft>
                <a:spcPts val="0"/>
              </a:spcAft>
              <a:buClr>
                <a:schemeClr val="dk1"/>
              </a:buClr>
              <a:buSzPts val="2400"/>
              <a:buFont typeface="Times New Roman"/>
              <a:buNone/>
              <a:defRPr sz="2400"/>
            </a:lvl1pPr>
            <a:lvl2pPr lvl="1" algn="ctr">
              <a:spcBef>
                <a:spcPts val="400"/>
              </a:spcBef>
              <a:spcAft>
                <a:spcPts val="0"/>
              </a:spcAft>
              <a:buClr>
                <a:schemeClr val="dk1"/>
              </a:buClr>
              <a:buSzPts val="2000"/>
              <a:buFont typeface="Times New Roman"/>
              <a:buNone/>
              <a:defRPr sz="2000"/>
            </a:lvl2pPr>
            <a:lvl3pPr lvl="2" algn="ctr">
              <a:spcBef>
                <a:spcPts val="360"/>
              </a:spcBef>
              <a:spcAft>
                <a:spcPts val="0"/>
              </a:spcAft>
              <a:buClr>
                <a:schemeClr val="dk1"/>
              </a:buClr>
              <a:buSzPts val="1800"/>
              <a:buFont typeface="Times New Roman"/>
              <a:buNone/>
              <a:defRPr sz="1800"/>
            </a:lvl3pPr>
            <a:lvl4pPr lvl="3" algn="ctr">
              <a:spcBef>
                <a:spcPts val="320"/>
              </a:spcBef>
              <a:spcAft>
                <a:spcPts val="0"/>
              </a:spcAft>
              <a:buClr>
                <a:schemeClr val="dk1"/>
              </a:buClr>
              <a:buSzPts val="1600"/>
              <a:buFont typeface="Times New Roman"/>
              <a:buNone/>
              <a:defRPr sz="1600"/>
            </a:lvl4pPr>
            <a:lvl5pPr lvl="4" algn="ctr">
              <a:spcBef>
                <a:spcPts val="320"/>
              </a:spcBef>
              <a:spcAft>
                <a:spcPts val="0"/>
              </a:spcAft>
              <a:buClr>
                <a:schemeClr val="dk1"/>
              </a:buClr>
              <a:buSzPts val="1600"/>
              <a:buFont typeface="Times New Roman"/>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4" name="Google Shape;34;p5"/>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43" name="Shape 43"/>
        <p:cNvGrpSpPr/>
        <p:nvPr/>
      </p:nvGrpSpPr>
      <p:grpSpPr>
        <a:xfrm>
          <a:off x="0" y="0"/>
          <a:ext cx="0" cy="0"/>
          <a:chOff x="0" y="0"/>
          <a:chExt cx="0" cy="0"/>
        </a:xfrm>
      </p:grpSpPr>
      <p:sp>
        <p:nvSpPr>
          <p:cNvPr id="44" name="Google Shape;44;p7"/>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5" name="Google Shape;45;p7"/>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7"/>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5" name="Shape 55"/>
        <p:cNvGrpSpPr/>
        <p:nvPr/>
      </p:nvGrpSpPr>
      <p:grpSpPr>
        <a:xfrm>
          <a:off x="0" y="0"/>
          <a:ext cx="0" cy="0"/>
          <a:chOff x="0" y="0"/>
          <a:chExt cx="0" cy="0"/>
        </a:xfrm>
      </p:grpSpPr>
      <p:sp>
        <p:nvSpPr>
          <p:cNvPr id="56" name="Google Shape;56;p9"/>
          <p:cNvSpPr txBox="1"/>
          <p:nvPr>
            <p:ph type="title"/>
          </p:nvPr>
        </p:nvSpPr>
        <p:spPr>
          <a:xfrm>
            <a:off x="701675" y="1709738"/>
            <a:ext cx="8872538" cy="2852737"/>
          </a:xfrm>
          <a:prstGeom prst="rect">
            <a:avLst/>
          </a:prstGeom>
          <a:noFill/>
          <a:ln>
            <a:noFill/>
          </a:ln>
        </p:spPr>
        <p:txBody>
          <a:bodyPr anchorCtr="0" anchor="b" bIns="45700" lIns="91400" spcFirstLastPara="1" rIns="91400"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7" name="Google Shape;57;p9"/>
          <p:cNvSpPr txBox="1"/>
          <p:nvPr>
            <p:ph idx="1" type="body"/>
          </p:nvPr>
        </p:nvSpPr>
        <p:spPr>
          <a:xfrm>
            <a:off x="701675" y="4589463"/>
            <a:ext cx="8872538" cy="1500187"/>
          </a:xfrm>
          <a:prstGeom prst="rect">
            <a:avLst/>
          </a:prstGeom>
          <a:noFill/>
          <a:ln>
            <a:noFill/>
          </a:ln>
        </p:spPr>
        <p:txBody>
          <a:bodyPr anchorCtr="0" anchor="t" bIns="45700" lIns="91400" spcFirstLastPara="1" rIns="91400" wrap="square" tIns="45700">
            <a:noAutofit/>
          </a:bodyPr>
          <a:lstStyle>
            <a:lvl1pPr indent="-228600" lvl="0" marL="457200" algn="l">
              <a:spcBef>
                <a:spcPts val="480"/>
              </a:spcBef>
              <a:spcAft>
                <a:spcPts val="0"/>
              </a:spcAft>
              <a:buClr>
                <a:schemeClr val="dk1"/>
              </a:buClr>
              <a:buSzPts val="2400"/>
              <a:buFont typeface="Times New Roman"/>
              <a:buNone/>
              <a:defRPr sz="2400"/>
            </a:lvl1pPr>
            <a:lvl2pPr indent="-228600" lvl="1" marL="914400" algn="l">
              <a:spcBef>
                <a:spcPts val="400"/>
              </a:spcBef>
              <a:spcAft>
                <a:spcPts val="0"/>
              </a:spcAft>
              <a:buClr>
                <a:schemeClr val="dk1"/>
              </a:buClr>
              <a:buSzPts val="2000"/>
              <a:buFont typeface="Times New Roman"/>
              <a:buNone/>
              <a:defRPr sz="2000"/>
            </a:lvl2pPr>
            <a:lvl3pPr indent="-228600" lvl="2" marL="1371600" algn="l">
              <a:spcBef>
                <a:spcPts val="360"/>
              </a:spcBef>
              <a:spcAft>
                <a:spcPts val="0"/>
              </a:spcAft>
              <a:buClr>
                <a:schemeClr val="dk1"/>
              </a:buClr>
              <a:buSzPts val="1800"/>
              <a:buFont typeface="Times New Roman"/>
              <a:buNone/>
              <a:defRPr sz="1800"/>
            </a:lvl3pPr>
            <a:lvl4pPr indent="-228600" lvl="3" marL="1828800" algn="l">
              <a:spcBef>
                <a:spcPts val="320"/>
              </a:spcBef>
              <a:spcAft>
                <a:spcPts val="0"/>
              </a:spcAft>
              <a:buClr>
                <a:schemeClr val="dk1"/>
              </a:buClr>
              <a:buSzPts val="1600"/>
              <a:buFont typeface="Times New Roman"/>
              <a:buNone/>
              <a:defRPr sz="1600"/>
            </a:lvl4pPr>
            <a:lvl5pPr indent="-228600" lvl="4" marL="2286000" algn="l">
              <a:spcBef>
                <a:spcPts val="320"/>
              </a:spcBef>
              <a:spcAft>
                <a:spcPts val="0"/>
              </a:spcAft>
              <a:buClr>
                <a:schemeClr val="dk1"/>
              </a:buClr>
              <a:buSzPts val="1600"/>
              <a:buFont typeface="Times New Roman"/>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58" name="Google Shape;58;p9"/>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11"/>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11"/>
          <p:cNvSpPr txBox="1"/>
          <p:nvPr>
            <p:ph idx="1" type="body"/>
          </p:nvPr>
        </p:nvSpPr>
        <p:spPr>
          <a:xfrm>
            <a:off x="771525" y="1981200"/>
            <a:ext cx="4295775" cy="4114800"/>
          </a:xfrm>
          <a:prstGeom prst="rect">
            <a:avLst/>
          </a:prstGeom>
          <a:noFill/>
          <a:ln>
            <a:noFill/>
          </a:ln>
        </p:spPr>
        <p:txBody>
          <a:bodyPr anchorCtr="0" anchor="t" bIns="45700" lIns="91400" spcFirstLastPara="1" rIns="91400"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11"/>
          <p:cNvSpPr txBox="1"/>
          <p:nvPr>
            <p:ph idx="2" type="body"/>
          </p:nvPr>
        </p:nvSpPr>
        <p:spPr>
          <a:xfrm>
            <a:off x="5219700" y="1981200"/>
            <a:ext cx="4295775" cy="4114800"/>
          </a:xfrm>
          <a:prstGeom prst="rect">
            <a:avLst/>
          </a:prstGeom>
          <a:noFill/>
          <a:ln>
            <a:noFill/>
          </a:ln>
        </p:spPr>
        <p:txBody>
          <a:bodyPr anchorCtr="0" anchor="t" bIns="45700" lIns="91400" spcFirstLastPara="1" rIns="91400"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1"/>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0" name="Shape 80"/>
        <p:cNvGrpSpPr/>
        <p:nvPr/>
      </p:nvGrpSpPr>
      <p:grpSpPr>
        <a:xfrm>
          <a:off x="0" y="0"/>
          <a:ext cx="0" cy="0"/>
          <a:chOff x="0" y="0"/>
          <a:chExt cx="0" cy="0"/>
        </a:xfrm>
      </p:grpSpPr>
      <p:sp>
        <p:nvSpPr>
          <p:cNvPr id="81" name="Google Shape;81;p13"/>
          <p:cNvSpPr txBox="1"/>
          <p:nvPr>
            <p:ph type="title"/>
          </p:nvPr>
        </p:nvSpPr>
        <p:spPr>
          <a:xfrm>
            <a:off x="708025" y="365125"/>
            <a:ext cx="8872538" cy="1325563"/>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2" name="Google Shape;82;p13"/>
          <p:cNvSpPr txBox="1"/>
          <p:nvPr>
            <p:ph idx="1" type="body"/>
          </p:nvPr>
        </p:nvSpPr>
        <p:spPr>
          <a:xfrm>
            <a:off x="708025" y="1681163"/>
            <a:ext cx="4352925" cy="823912"/>
          </a:xfrm>
          <a:prstGeom prst="rect">
            <a:avLst/>
          </a:prstGeom>
          <a:noFill/>
          <a:ln>
            <a:noFill/>
          </a:ln>
        </p:spPr>
        <p:txBody>
          <a:bodyPr anchorCtr="0" anchor="b" bIns="45700" lIns="91400" spcFirstLastPara="1" rIns="91400"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3" name="Google Shape;83;p13"/>
          <p:cNvSpPr txBox="1"/>
          <p:nvPr>
            <p:ph idx="2" type="body"/>
          </p:nvPr>
        </p:nvSpPr>
        <p:spPr>
          <a:xfrm>
            <a:off x="708025" y="2505075"/>
            <a:ext cx="4352925" cy="3684588"/>
          </a:xfrm>
          <a:prstGeom prst="rect">
            <a:avLst/>
          </a:prstGeom>
          <a:noFill/>
          <a:ln>
            <a:noFill/>
          </a:ln>
        </p:spPr>
        <p:txBody>
          <a:bodyPr anchorCtr="0" anchor="t" bIns="45700" lIns="91400" spcFirstLastPara="1" rIns="91400"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3"/>
          <p:cNvSpPr txBox="1"/>
          <p:nvPr>
            <p:ph idx="3" type="body"/>
          </p:nvPr>
        </p:nvSpPr>
        <p:spPr>
          <a:xfrm>
            <a:off x="5208588" y="1681163"/>
            <a:ext cx="4371975" cy="823912"/>
          </a:xfrm>
          <a:prstGeom prst="rect">
            <a:avLst/>
          </a:prstGeom>
          <a:noFill/>
          <a:ln>
            <a:noFill/>
          </a:ln>
        </p:spPr>
        <p:txBody>
          <a:bodyPr anchorCtr="0" anchor="b" bIns="45700" lIns="91400" spcFirstLastPara="1" rIns="91400" wrap="square" tIns="45700">
            <a:noAutofit/>
          </a:bodyPr>
          <a:lstStyle>
            <a:lvl1pPr indent="-228600" lvl="0" marL="457200" algn="l">
              <a:spcBef>
                <a:spcPts val="480"/>
              </a:spcBef>
              <a:spcAft>
                <a:spcPts val="0"/>
              </a:spcAft>
              <a:buClr>
                <a:schemeClr val="dk1"/>
              </a:buClr>
              <a:buSzPts val="2400"/>
              <a:buFont typeface="Times New Roman"/>
              <a:buNone/>
              <a:defRPr b="1" sz="2400"/>
            </a:lvl1pPr>
            <a:lvl2pPr indent="-228600" lvl="1" marL="914400" algn="l">
              <a:spcBef>
                <a:spcPts val="400"/>
              </a:spcBef>
              <a:spcAft>
                <a:spcPts val="0"/>
              </a:spcAft>
              <a:buClr>
                <a:schemeClr val="dk1"/>
              </a:buClr>
              <a:buSzPts val="2000"/>
              <a:buFont typeface="Times New Roman"/>
              <a:buNone/>
              <a:defRPr b="1" sz="2000"/>
            </a:lvl2pPr>
            <a:lvl3pPr indent="-228600" lvl="2" marL="1371600" algn="l">
              <a:spcBef>
                <a:spcPts val="360"/>
              </a:spcBef>
              <a:spcAft>
                <a:spcPts val="0"/>
              </a:spcAft>
              <a:buClr>
                <a:schemeClr val="dk1"/>
              </a:buClr>
              <a:buSzPts val="1800"/>
              <a:buFont typeface="Times New Roman"/>
              <a:buNone/>
              <a:defRPr b="1" sz="1800"/>
            </a:lvl3pPr>
            <a:lvl4pPr indent="-228600" lvl="3" marL="1828800" algn="l">
              <a:spcBef>
                <a:spcPts val="320"/>
              </a:spcBef>
              <a:spcAft>
                <a:spcPts val="0"/>
              </a:spcAft>
              <a:buClr>
                <a:schemeClr val="dk1"/>
              </a:buClr>
              <a:buSzPts val="1600"/>
              <a:buFont typeface="Times New Roman"/>
              <a:buNone/>
              <a:defRPr b="1" sz="1600"/>
            </a:lvl4pPr>
            <a:lvl5pPr indent="-228600" lvl="4" marL="2286000" algn="l">
              <a:spcBef>
                <a:spcPts val="320"/>
              </a:spcBef>
              <a:spcAft>
                <a:spcPts val="0"/>
              </a:spcAft>
              <a:buClr>
                <a:schemeClr val="dk1"/>
              </a:buClr>
              <a:buSzPts val="1600"/>
              <a:buFont typeface="Times New Roman"/>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85" name="Google Shape;85;p13"/>
          <p:cNvSpPr txBox="1"/>
          <p:nvPr>
            <p:ph idx="4" type="body"/>
          </p:nvPr>
        </p:nvSpPr>
        <p:spPr>
          <a:xfrm>
            <a:off x="5208588" y="2505075"/>
            <a:ext cx="4371975" cy="3684588"/>
          </a:xfrm>
          <a:prstGeom prst="rect">
            <a:avLst/>
          </a:prstGeom>
          <a:noFill/>
          <a:ln>
            <a:noFill/>
          </a:ln>
        </p:spPr>
        <p:txBody>
          <a:bodyPr anchorCtr="0" anchor="t" bIns="45700" lIns="91400" spcFirstLastPara="1" rIns="91400"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6" name="Google Shape;86;p13"/>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3"/>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3"/>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5" name="Shape 95"/>
        <p:cNvGrpSpPr/>
        <p:nvPr/>
      </p:nvGrpSpPr>
      <p:grpSpPr>
        <a:xfrm>
          <a:off x="0" y="0"/>
          <a:ext cx="0" cy="0"/>
          <a:chOff x="0" y="0"/>
          <a:chExt cx="0" cy="0"/>
        </a:xfrm>
      </p:grpSpPr>
      <p:sp>
        <p:nvSpPr>
          <p:cNvPr id="96" name="Google Shape;96;p15"/>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7" name="Google Shape;97;p15"/>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5"/>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15"/>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06" name="Shape 106"/>
        <p:cNvGrpSpPr/>
        <p:nvPr/>
      </p:nvGrpSpPr>
      <p:grpSpPr>
        <a:xfrm>
          <a:off x="0" y="0"/>
          <a:ext cx="0" cy="0"/>
          <a:chOff x="0" y="0"/>
          <a:chExt cx="0" cy="0"/>
        </a:xfrm>
      </p:grpSpPr>
      <p:sp>
        <p:nvSpPr>
          <p:cNvPr id="107" name="Google Shape;107;p17"/>
          <p:cNvSpPr txBox="1"/>
          <p:nvPr>
            <p:ph type="title"/>
          </p:nvPr>
        </p:nvSpPr>
        <p:spPr>
          <a:xfrm>
            <a:off x="708025" y="457200"/>
            <a:ext cx="3317875" cy="1600200"/>
          </a:xfrm>
          <a:prstGeom prst="rect">
            <a:avLst/>
          </a:prstGeom>
          <a:noFill/>
          <a:ln>
            <a:noFill/>
          </a:ln>
        </p:spPr>
        <p:txBody>
          <a:bodyPr anchorCtr="0" anchor="b" bIns="45700" lIns="91400" spcFirstLastPara="1" rIns="91400"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 name="Google Shape;108;p17"/>
          <p:cNvSpPr txBox="1"/>
          <p:nvPr>
            <p:ph idx="1" type="body"/>
          </p:nvPr>
        </p:nvSpPr>
        <p:spPr>
          <a:xfrm>
            <a:off x="4373563" y="987425"/>
            <a:ext cx="5207000" cy="4873625"/>
          </a:xfrm>
          <a:prstGeom prst="rect">
            <a:avLst/>
          </a:prstGeom>
          <a:noFill/>
          <a:ln>
            <a:noFill/>
          </a:ln>
        </p:spPr>
        <p:txBody>
          <a:bodyPr anchorCtr="0" anchor="t" bIns="45700" lIns="91400" spcFirstLastPara="1" rIns="91400" wrap="square" tIns="45700">
            <a:noAutofit/>
          </a:bodyPr>
          <a:lstStyle>
            <a:lvl1pPr indent="-431800" lvl="0" marL="457200" algn="l">
              <a:spcBef>
                <a:spcPts val="640"/>
              </a:spcBef>
              <a:spcAft>
                <a:spcPts val="0"/>
              </a:spcAft>
              <a:buClr>
                <a:schemeClr val="dk1"/>
              </a:buClr>
              <a:buSzPts val="3200"/>
              <a:buFont typeface="Times New Roman"/>
              <a:buChar char="•"/>
              <a:defRPr sz="3200"/>
            </a:lvl1pPr>
            <a:lvl2pPr indent="-406400" lvl="1" marL="914400" algn="l">
              <a:spcBef>
                <a:spcPts val="560"/>
              </a:spcBef>
              <a:spcAft>
                <a:spcPts val="0"/>
              </a:spcAft>
              <a:buClr>
                <a:schemeClr val="dk1"/>
              </a:buClr>
              <a:buSzPts val="2800"/>
              <a:buFont typeface="Times New Roman"/>
              <a:buChar char="–"/>
              <a:defRPr sz="2800"/>
            </a:lvl2pPr>
            <a:lvl3pPr indent="-381000" lvl="2" marL="1371600" algn="l">
              <a:spcBef>
                <a:spcPts val="480"/>
              </a:spcBef>
              <a:spcAft>
                <a:spcPts val="0"/>
              </a:spcAft>
              <a:buClr>
                <a:schemeClr val="dk1"/>
              </a:buClr>
              <a:buSzPts val="2400"/>
              <a:buFont typeface="Times New Roman"/>
              <a:buChar char="•"/>
              <a:defRPr sz="2400"/>
            </a:lvl3pPr>
            <a:lvl4pPr indent="-355600" lvl="3" marL="1828800" algn="l">
              <a:spcBef>
                <a:spcPts val="400"/>
              </a:spcBef>
              <a:spcAft>
                <a:spcPts val="0"/>
              </a:spcAft>
              <a:buClr>
                <a:schemeClr val="dk1"/>
              </a:buClr>
              <a:buSzPts val="2000"/>
              <a:buFont typeface="Times New Roman"/>
              <a:buChar char="–"/>
              <a:defRPr sz="2000"/>
            </a:lvl4pPr>
            <a:lvl5pPr indent="-355600" lvl="4" marL="2286000" algn="l">
              <a:spcBef>
                <a:spcPts val="400"/>
              </a:spcBef>
              <a:spcAft>
                <a:spcPts val="0"/>
              </a:spcAft>
              <a:buClr>
                <a:schemeClr val="dk1"/>
              </a:buClr>
              <a:buSzPts val="2000"/>
              <a:buFont typeface="Times New Roman"/>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09" name="Google Shape;109;p17"/>
          <p:cNvSpPr txBox="1"/>
          <p:nvPr>
            <p:ph idx="2" type="body"/>
          </p:nvPr>
        </p:nvSpPr>
        <p:spPr>
          <a:xfrm>
            <a:off x="708025" y="2057400"/>
            <a:ext cx="3317875" cy="3811588"/>
          </a:xfrm>
          <a:prstGeom prst="rect">
            <a:avLst/>
          </a:prstGeom>
          <a:noFill/>
          <a:ln>
            <a:noFill/>
          </a:ln>
        </p:spPr>
        <p:txBody>
          <a:bodyPr anchorCtr="0" anchor="t" bIns="45700" lIns="91400" spcFirstLastPara="1" rIns="91400" wrap="square" tIns="45700">
            <a:noAutofit/>
          </a:bodyPr>
          <a:lstStyle>
            <a:lvl1pPr indent="-228600" lvl="0" marL="457200" algn="l">
              <a:spcBef>
                <a:spcPts val="320"/>
              </a:spcBef>
              <a:spcAft>
                <a:spcPts val="0"/>
              </a:spcAft>
              <a:buClr>
                <a:schemeClr val="dk1"/>
              </a:buClr>
              <a:buSzPts val="1600"/>
              <a:buFont typeface="Times New Roman"/>
              <a:buNone/>
              <a:defRPr sz="1600"/>
            </a:lvl1pPr>
            <a:lvl2pPr indent="-228600" lvl="1" marL="914400" algn="l">
              <a:spcBef>
                <a:spcPts val="280"/>
              </a:spcBef>
              <a:spcAft>
                <a:spcPts val="0"/>
              </a:spcAft>
              <a:buClr>
                <a:schemeClr val="dk1"/>
              </a:buClr>
              <a:buSzPts val="1400"/>
              <a:buFont typeface="Times New Roman"/>
              <a:buNone/>
              <a:defRPr sz="1400"/>
            </a:lvl2pPr>
            <a:lvl3pPr indent="-228600" lvl="2" marL="1371600" algn="l">
              <a:spcBef>
                <a:spcPts val="240"/>
              </a:spcBef>
              <a:spcAft>
                <a:spcPts val="0"/>
              </a:spcAft>
              <a:buClr>
                <a:schemeClr val="dk1"/>
              </a:buClr>
              <a:buSzPts val="1200"/>
              <a:buFont typeface="Times New Roman"/>
              <a:buNone/>
              <a:defRPr sz="1200"/>
            </a:lvl3pPr>
            <a:lvl4pPr indent="-228600" lvl="3" marL="1828800" algn="l">
              <a:spcBef>
                <a:spcPts val="200"/>
              </a:spcBef>
              <a:spcAft>
                <a:spcPts val="0"/>
              </a:spcAft>
              <a:buClr>
                <a:schemeClr val="dk1"/>
              </a:buClr>
              <a:buSzPts val="1000"/>
              <a:buFont typeface="Times New Roman"/>
              <a:buNone/>
              <a:defRPr sz="1000"/>
            </a:lvl4pPr>
            <a:lvl5pPr indent="-228600" lvl="4" marL="2286000" algn="l">
              <a:spcBef>
                <a:spcPts val="200"/>
              </a:spcBef>
              <a:spcAft>
                <a:spcPts val="0"/>
              </a:spcAft>
              <a:buClr>
                <a:schemeClr val="dk1"/>
              </a:buClr>
              <a:buSzPts val="1000"/>
              <a:buFont typeface="Times New Roman"/>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10" name="Google Shape;110;p17"/>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17"/>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17"/>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19" name="Shape 119"/>
        <p:cNvGrpSpPr/>
        <p:nvPr/>
      </p:nvGrpSpPr>
      <p:grpSpPr>
        <a:xfrm>
          <a:off x="0" y="0"/>
          <a:ext cx="0" cy="0"/>
          <a:chOff x="0" y="0"/>
          <a:chExt cx="0" cy="0"/>
        </a:xfrm>
      </p:grpSpPr>
      <p:sp>
        <p:nvSpPr>
          <p:cNvPr id="120" name="Google Shape;120;p19"/>
          <p:cNvSpPr txBox="1"/>
          <p:nvPr>
            <p:ph type="title"/>
          </p:nvPr>
        </p:nvSpPr>
        <p:spPr>
          <a:xfrm>
            <a:off x="708025" y="457200"/>
            <a:ext cx="3317875" cy="1600200"/>
          </a:xfrm>
          <a:prstGeom prst="rect">
            <a:avLst/>
          </a:prstGeom>
          <a:noFill/>
          <a:ln>
            <a:noFill/>
          </a:ln>
        </p:spPr>
        <p:txBody>
          <a:bodyPr anchorCtr="0" anchor="b" bIns="45700" lIns="91400" spcFirstLastPara="1" rIns="91400"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1" name="Google Shape;121;p19"/>
          <p:cNvSpPr/>
          <p:nvPr>
            <p:ph idx="2" type="pic"/>
          </p:nvPr>
        </p:nvSpPr>
        <p:spPr>
          <a:xfrm>
            <a:off x="4373563" y="987425"/>
            <a:ext cx="5207000" cy="4873625"/>
          </a:xfrm>
          <a:prstGeom prst="rect">
            <a:avLst/>
          </a:prstGeom>
          <a:noFill/>
          <a:ln>
            <a:noFill/>
          </a:ln>
        </p:spPr>
      </p:sp>
      <p:sp>
        <p:nvSpPr>
          <p:cNvPr id="122" name="Google Shape;122;p19"/>
          <p:cNvSpPr txBox="1"/>
          <p:nvPr>
            <p:ph idx="1" type="body"/>
          </p:nvPr>
        </p:nvSpPr>
        <p:spPr>
          <a:xfrm>
            <a:off x="708025" y="2057400"/>
            <a:ext cx="3317875" cy="3811588"/>
          </a:xfrm>
          <a:prstGeom prst="rect">
            <a:avLst/>
          </a:prstGeom>
          <a:noFill/>
          <a:ln>
            <a:noFill/>
          </a:ln>
        </p:spPr>
        <p:txBody>
          <a:bodyPr anchorCtr="0" anchor="t" bIns="45700" lIns="91400" spcFirstLastPara="1" rIns="91400" wrap="square" tIns="45700">
            <a:noAutofit/>
          </a:bodyPr>
          <a:lstStyle>
            <a:lvl1pPr indent="-228600" lvl="0" marL="457200" algn="l">
              <a:spcBef>
                <a:spcPts val="320"/>
              </a:spcBef>
              <a:spcAft>
                <a:spcPts val="0"/>
              </a:spcAft>
              <a:buClr>
                <a:schemeClr val="dk1"/>
              </a:buClr>
              <a:buSzPts val="1600"/>
              <a:buFont typeface="Times New Roman"/>
              <a:buNone/>
              <a:defRPr sz="1600"/>
            </a:lvl1pPr>
            <a:lvl2pPr indent="-228600" lvl="1" marL="914400" algn="l">
              <a:spcBef>
                <a:spcPts val="280"/>
              </a:spcBef>
              <a:spcAft>
                <a:spcPts val="0"/>
              </a:spcAft>
              <a:buClr>
                <a:schemeClr val="dk1"/>
              </a:buClr>
              <a:buSzPts val="1400"/>
              <a:buFont typeface="Times New Roman"/>
              <a:buNone/>
              <a:defRPr sz="1400"/>
            </a:lvl2pPr>
            <a:lvl3pPr indent="-228600" lvl="2" marL="1371600" algn="l">
              <a:spcBef>
                <a:spcPts val="240"/>
              </a:spcBef>
              <a:spcAft>
                <a:spcPts val="0"/>
              </a:spcAft>
              <a:buClr>
                <a:schemeClr val="dk1"/>
              </a:buClr>
              <a:buSzPts val="1200"/>
              <a:buFont typeface="Times New Roman"/>
              <a:buNone/>
              <a:defRPr sz="1200"/>
            </a:lvl3pPr>
            <a:lvl4pPr indent="-228600" lvl="3" marL="1828800" algn="l">
              <a:spcBef>
                <a:spcPts val="200"/>
              </a:spcBef>
              <a:spcAft>
                <a:spcPts val="0"/>
              </a:spcAft>
              <a:buClr>
                <a:schemeClr val="dk1"/>
              </a:buClr>
              <a:buSzPts val="1000"/>
              <a:buFont typeface="Times New Roman"/>
              <a:buNone/>
              <a:defRPr sz="1000"/>
            </a:lvl4pPr>
            <a:lvl5pPr indent="-228600" lvl="4" marL="2286000" algn="l">
              <a:spcBef>
                <a:spcPts val="200"/>
              </a:spcBef>
              <a:spcAft>
                <a:spcPts val="0"/>
              </a:spcAft>
              <a:buClr>
                <a:schemeClr val="dk1"/>
              </a:buClr>
              <a:buSzPts val="1000"/>
              <a:buFont typeface="Times New Roman"/>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23" name="Google Shape;123;p19"/>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19"/>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19"/>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2" name="Shape 132"/>
        <p:cNvGrpSpPr/>
        <p:nvPr/>
      </p:nvGrpSpPr>
      <p:grpSpPr>
        <a:xfrm>
          <a:off x="0" y="0"/>
          <a:ext cx="0" cy="0"/>
          <a:chOff x="0" y="0"/>
          <a:chExt cx="0" cy="0"/>
        </a:xfrm>
      </p:grpSpPr>
      <p:sp>
        <p:nvSpPr>
          <p:cNvPr id="133" name="Google Shape;133;p21"/>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4" name="Google Shape;134;p21"/>
          <p:cNvSpPr txBox="1"/>
          <p:nvPr>
            <p:ph idx="1" type="body"/>
          </p:nvPr>
        </p:nvSpPr>
        <p:spPr>
          <a:xfrm rot="5400000">
            <a:off x="3086100" y="-333375"/>
            <a:ext cx="4114800" cy="8743950"/>
          </a:xfrm>
          <a:prstGeom prst="rect">
            <a:avLst/>
          </a:prstGeom>
          <a:noFill/>
          <a:ln>
            <a:noFill/>
          </a:ln>
        </p:spPr>
        <p:txBody>
          <a:bodyPr anchorCtr="0" anchor="t" bIns="45700" lIns="91400" spcFirstLastPara="1" rIns="91400"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35" name="Google Shape;135;p21"/>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6" name="Google Shape;136;p21"/>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21"/>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4" name="Shape 144"/>
        <p:cNvGrpSpPr/>
        <p:nvPr/>
      </p:nvGrpSpPr>
      <p:grpSpPr>
        <a:xfrm>
          <a:off x="0" y="0"/>
          <a:ext cx="0" cy="0"/>
          <a:chOff x="0" y="0"/>
          <a:chExt cx="0" cy="0"/>
        </a:xfrm>
      </p:grpSpPr>
      <p:sp>
        <p:nvSpPr>
          <p:cNvPr id="145" name="Google Shape;145;p23"/>
          <p:cNvSpPr txBox="1"/>
          <p:nvPr>
            <p:ph type="title"/>
          </p:nvPr>
        </p:nvSpPr>
        <p:spPr>
          <a:xfrm rot="5400000">
            <a:off x="5679282" y="2259807"/>
            <a:ext cx="5486400" cy="2185987"/>
          </a:xfrm>
          <a:prstGeom prst="rect">
            <a:avLst/>
          </a:prstGeom>
          <a:noFill/>
          <a:ln>
            <a:noFill/>
          </a:ln>
        </p:spPr>
        <p:txBody>
          <a:bodyPr anchorCtr="0" anchor="ctr" bIns="45700" lIns="91400" spcFirstLastPara="1" rIns="91400"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6" name="Google Shape;146;p23"/>
          <p:cNvSpPr txBox="1"/>
          <p:nvPr>
            <p:ph idx="1" type="body"/>
          </p:nvPr>
        </p:nvSpPr>
        <p:spPr>
          <a:xfrm rot="5400000">
            <a:off x="1231107" y="150019"/>
            <a:ext cx="5486400" cy="6405563"/>
          </a:xfrm>
          <a:prstGeom prst="rect">
            <a:avLst/>
          </a:prstGeom>
          <a:noFill/>
          <a:ln>
            <a:noFill/>
          </a:ln>
        </p:spPr>
        <p:txBody>
          <a:bodyPr anchorCtr="0" anchor="t" bIns="45700" lIns="91400" spcFirstLastPara="1" rIns="91400"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7" name="Google Shape;147;p23"/>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sz="1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3"/>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9" name="Google Shape;149;p23"/>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7.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9.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12.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13.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11.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6.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2.xml"/></Relationships>
</file>

<file path=ppt/slideMasters/_rels/slideMaster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 name="Google Shape;11;p1"/>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2" name="Google Shape;12;p1"/>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 name="Google Shape;13;p1"/>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 name="Google Shape;14;p1"/>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cap="none" strike="noStrik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 name="Shape 19"/>
        <p:cNvGrpSpPr/>
        <p:nvPr/>
      </p:nvGrpSpPr>
      <p:grpSpPr>
        <a:xfrm>
          <a:off x="0" y="0"/>
          <a:ext cx="0" cy="0"/>
          <a:chOff x="0" y="0"/>
          <a:chExt cx="0" cy="0"/>
        </a:xfrm>
      </p:grpSpPr>
      <p:sp>
        <p:nvSpPr>
          <p:cNvPr id="20" name="Google Shape;20;p3"/>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21" name="Google Shape;21;p3"/>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22" name="Google Shape;22;p3"/>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3" name="Google Shape;23;p3"/>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4" name="Google Shape;24;p3"/>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 name="Shape 25"/>
        <p:cNvGrpSpPr/>
        <p:nvPr/>
      </p:nvGrpSpPr>
      <p:grpSpPr>
        <a:xfrm>
          <a:off x="0" y="0"/>
          <a:ext cx="0" cy="0"/>
          <a:chOff x="0" y="0"/>
          <a:chExt cx="0" cy="0"/>
        </a:xfrm>
      </p:grpSpPr>
      <p:sp>
        <p:nvSpPr>
          <p:cNvPr id="26" name="Google Shape;26;p4"/>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27" name="Google Shape;27;p4"/>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28" name="Google Shape;28;p4"/>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29" name="Google Shape;29;p4"/>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30" name="Google Shape;30;p4"/>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 name="Shape 37"/>
        <p:cNvGrpSpPr/>
        <p:nvPr/>
      </p:nvGrpSpPr>
      <p:grpSpPr>
        <a:xfrm>
          <a:off x="0" y="0"/>
          <a:ext cx="0" cy="0"/>
          <a:chOff x="0" y="0"/>
          <a:chExt cx="0" cy="0"/>
        </a:xfrm>
      </p:grpSpPr>
      <p:sp>
        <p:nvSpPr>
          <p:cNvPr id="38" name="Google Shape;38;p6"/>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39" name="Google Shape;39;p6"/>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40" name="Google Shape;40;p6"/>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1" name="Google Shape;41;p6"/>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42" name="Google Shape;42;p6"/>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 name="Shape 49"/>
        <p:cNvGrpSpPr/>
        <p:nvPr/>
      </p:nvGrpSpPr>
      <p:grpSpPr>
        <a:xfrm>
          <a:off x="0" y="0"/>
          <a:ext cx="0" cy="0"/>
          <a:chOff x="0" y="0"/>
          <a:chExt cx="0" cy="0"/>
        </a:xfrm>
      </p:grpSpPr>
      <p:sp>
        <p:nvSpPr>
          <p:cNvPr id="50" name="Google Shape;50;p8"/>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51" name="Google Shape;51;p8"/>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52" name="Google Shape;52;p8"/>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3" name="Google Shape;53;p8"/>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54" name="Google Shape;54;p8"/>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1" name="Shape 61"/>
        <p:cNvGrpSpPr/>
        <p:nvPr/>
      </p:nvGrpSpPr>
      <p:grpSpPr>
        <a:xfrm>
          <a:off x="0" y="0"/>
          <a:ext cx="0" cy="0"/>
          <a:chOff x="0" y="0"/>
          <a:chExt cx="0" cy="0"/>
        </a:xfrm>
      </p:grpSpPr>
      <p:sp>
        <p:nvSpPr>
          <p:cNvPr id="62" name="Google Shape;62;p10"/>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63" name="Google Shape;63;p10"/>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64" name="Google Shape;64;p10"/>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5" name="Google Shape;65;p10"/>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66" name="Google Shape;66;p10"/>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4" name="Shape 74"/>
        <p:cNvGrpSpPr/>
        <p:nvPr/>
      </p:nvGrpSpPr>
      <p:grpSpPr>
        <a:xfrm>
          <a:off x="0" y="0"/>
          <a:ext cx="0" cy="0"/>
          <a:chOff x="0" y="0"/>
          <a:chExt cx="0" cy="0"/>
        </a:xfrm>
      </p:grpSpPr>
      <p:sp>
        <p:nvSpPr>
          <p:cNvPr id="75" name="Google Shape;75;p12"/>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76" name="Google Shape;76;p12"/>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77" name="Google Shape;77;p12"/>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8" name="Google Shape;78;p12"/>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79" name="Google Shape;79;p12"/>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9" name="Shape 89"/>
        <p:cNvGrpSpPr/>
        <p:nvPr/>
      </p:nvGrpSpPr>
      <p:grpSpPr>
        <a:xfrm>
          <a:off x="0" y="0"/>
          <a:ext cx="0" cy="0"/>
          <a:chOff x="0" y="0"/>
          <a:chExt cx="0" cy="0"/>
        </a:xfrm>
      </p:grpSpPr>
      <p:sp>
        <p:nvSpPr>
          <p:cNvPr id="90" name="Google Shape;90;p14"/>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91" name="Google Shape;91;p14"/>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92" name="Google Shape;92;p14"/>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3" name="Google Shape;93;p14"/>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94" name="Google Shape;94;p14"/>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4"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16"/>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02" name="Google Shape;102;p16"/>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03" name="Google Shape;103;p16"/>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4" name="Google Shape;104;p16"/>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05" name="Google Shape;105;p16"/>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 name="Shape 113"/>
        <p:cNvGrpSpPr/>
        <p:nvPr/>
      </p:nvGrpSpPr>
      <p:grpSpPr>
        <a:xfrm>
          <a:off x="0" y="0"/>
          <a:ext cx="0" cy="0"/>
          <a:chOff x="0" y="0"/>
          <a:chExt cx="0" cy="0"/>
        </a:xfrm>
      </p:grpSpPr>
      <p:sp>
        <p:nvSpPr>
          <p:cNvPr id="114" name="Google Shape;114;p18"/>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15" name="Google Shape;115;p18"/>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16" name="Google Shape;116;p18"/>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7" name="Google Shape;117;p18"/>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18" name="Google Shape;118;p18"/>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6"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6" name="Shape 126"/>
        <p:cNvGrpSpPr/>
        <p:nvPr/>
      </p:nvGrpSpPr>
      <p:grpSpPr>
        <a:xfrm>
          <a:off x="0" y="0"/>
          <a:ext cx="0" cy="0"/>
          <a:chOff x="0" y="0"/>
          <a:chExt cx="0" cy="0"/>
        </a:xfrm>
      </p:grpSpPr>
      <p:sp>
        <p:nvSpPr>
          <p:cNvPr id="127" name="Google Shape;127;p20"/>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28" name="Google Shape;128;p20"/>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29" name="Google Shape;129;p20"/>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0" name="Google Shape;130;p20"/>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31" name="Google Shape;131;p20"/>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8" name="Shape 138"/>
        <p:cNvGrpSpPr/>
        <p:nvPr/>
      </p:nvGrpSpPr>
      <p:grpSpPr>
        <a:xfrm>
          <a:off x="0" y="0"/>
          <a:ext cx="0" cy="0"/>
          <a:chOff x="0" y="0"/>
          <a:chExt cx="0" cy="0"/>
        </a:xfrm>
      </p:grpSpPr>
      <p:sp>
        <p:nvSpPr>
          <p:cNvPr id="139" name="Google Shape;139;p22"/>
          <p:cNvSpPr txBox="1"/>
          <p:nvPr>
            <p:ph type="title"/>
          </p:nvPr>
        </p:nvSpPr>
        <p:spPr>
          <a:xfrm>
            <a:off x="771525" y="609600"/>
            <a:ext cx="8743950" cy="1143000"/>
          </a:xfrm>
          <a:prstGeom prst="rect">
            <a:avLst/>
          </a:prstGeom>
          <a:noFill/>
          <a:ln>
            <a:noFill/>
          </a:ln>
        </p:spPr>
        <p:txBody>
          <a:bodyPr anchorCtr="0" anchor="ctr" bIns="45700" lIns="91400" spcFirstLastPara="1" rIns="91400" wrap="square" tIns="45700">
            <a:noAutofit/>
          </a:bodyPr>
          <a:lstStyle>
            <a:lvl1pPr lvl="0"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1pPr>
            <a:lvl2pPr lvl="1"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2pPr>
            <a:lvl3pPr lvl="2"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3pPr>
            <a:lvl4pPr lvl="3"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4pPr>
            <a:lvl5pPr lvl="4"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5pPr>
            <a:lvl6pPr lvl="5"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6pPr>
            <a:lvl7pPr lvl="6"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7pPr>
            <a:lvl8pPr lvl="7"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8pPr>
            <a:lvl9pPr lvl="8" marR="0" rtl="0" algn="ctr">
              <a:spcBef>
                <a:spcPts val="0"/>
              </a:spcBef>
              <a:spcAft>
                <a:spcPts val="0"/>
              </a:spcAft>
              <a:buSzPts val="1400"/>
              <a:buNone/>
              <a:defRPr b="0" i="0" sz="4400" u="none" cap="none" strike="noStrike">
                <a:solidFill>
                  <a:schemeClr val="dk2"/>
                </a:solidFill>
                <a:latin typeface="Times New Roman"/>
                <a:ea typeface="Times New Roman"/>
                <a:cs typeface="Times New Roman"/>
                <a:sym typeface="Times New Roman"/>
              </a:defRPr>
            </a:lvl9pPr>
          </a:lstStyle>
          <a:p/>
        </p:txBody>
      </p:sp>
      <p:sp>
        <p:nvSpPr>
          <p:cNvPr id="140" name="Google Shape;140;p22"/>
          <p:cNvSpPr txBox="1"/>
          <p:nvPr>
            <p:ph idx="1" type="body"/>
          </p:nvPr>
        </p:nvSpPr>
        <p:spPr>
          <a:xfrm>
            <a:off x="771525" y="1981200"/>
            <a:ext cx="8743950" cy="4114800"/>
          </a:xfrm>
          <a:prstGeom prst="rect">
            <a:avLst/>
          </a:prstGeom>
          <a:noFill/>
          <a:ln>
            <a:noFill/>
          </a:ln>
        </p:spPr>
        <p:txBody>
          <a:bodyPr anchorCtr="0" anchor="t" bIns="45700" lIns="91400" spcFirstLastPara="1" rIns="91400" wrap="square" tIns="45700">
            <a:noAutofit/>
          </a:bodyPr>
          <a:lstStyle>
            <a:lvl1pPr indent="-431800" lvl="0" marL="457200" marR="0" rtl="0" algn="l">
              <a:spcBef>
                <a:spcPts val="640"/>
              </a:spcBef>
              <a:spcAft>
                <a:spcPts val="0"/>
              </a:spcAft>
              <a:buClr>
                <a:schemeClr val="dk1"/>
              </a:buClr>
              <a:buSzPts val="3200"/>
              <a:buFont typeface="Times New Roman"/>
              <a:buChar char="•"/>
              <a:defRPr b="0" i="0" sz="3200" u="none" cap="none" strike="noStrike">
                <a:solidFill>
                  <a:schemeClr val="dk1"/>
                </a:solidFill>
                <a:latin typeface="Times New Roman"/>
                <a:ea typeface="Times New Roman"/>
                <a:cs typeface="Times New Roman"/>
                <a:sym typeface="Times New Roman"/>
              </a:defRPr>
            </a:lvl1pPr>
            <a:lvl2pPr indent="-406400" lvl="1" marL="914400" marR="0" rtl="0" algn="l">
              <a:spcBef>
                <a:spcPts val="560"/>
              </a:spcBef>
              <a:spcAft>
                <a:spcPts val="0"/>
              </a:spcAft>
              <a:buClr>
                <a:schemeClr val="dk1"/>
              </a:buClr>
              <a:buSzPts val="2800"/>
              <a:buFont typeface="Times New Roman"/>
              <a:buChar char="–"/>
              <a:defRPr b="0" i="0" sz="2800" u="none" cap="none" strike="noStrike">
                <a:solidFill>
                  <a:schemeClr val="dk1"/>
                </a:solidFill>
                <a:latin typeface="Times New Roman"/>
                <a:ea typeface="Times New Roman"/>
                <a:cs typeface="Times New Roman"/>
                <a:sym typeface="Times New Roman"/>
              </a:defRPr>
            </a:lvl2pPr>
            <a:lvl3pPr indent="-381000" lvl="2" marL="1371600" marR="0" rtl="0" algn="l">
              <a:spcBef>
                <a:spcPts val="480"/>
              </a:spcBef>
              <a:spcAft>
                <a:spcPts val="0"/>
              </a:spcAft>
              <a:buClr>
                <a:schemeClr val="dk1"/>
              </a:buClr>
              <a:buSzPts val="2400"/>
              <a:buFont typeface="Times New Roman"/>
              <a:buChar char="•"/>
              <a:defRPr b="0" i="0" sz="2400" u="none" cap="none" strike="noStrike">
                <a:solidFill>
                  <a:schemeClr val="dk1"/>
                </a:solidFill>
                <a:latin typeface="Times New Roman"/>
                <a:ea typeface="Times New Roman"/>
                <a:cs typeface="Times New Roman"/>
                <a:sym typeface="Times New Roman"/>
              </a:defRPr>
            </a:lvl3pPr>
            <a:lvl4pPr indent="-355600" lvl="3" marL="18288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4pPr>
            <a:lvl5pPr indent="-355600" lvl="4" marL="2286000" marR="0" rtl="0" algn="l">
              <a:spcBef>
                <a:spcPts val="400"/>
              </a:spcBef>
              <a:spcAft>
                <a:spcPts val="0"/>
              </a:spcAft>
              <a:buClr>
                <a:schemeClr val="dk1"/>
              </a:buClr>
              <a:buSzPts val="2000"/>
              <a:buFont typeface="Times New Roman"/>
              <a:buChar char="»"/>
              <a:defRPr b="0" i="0" sz="2000" u="none" cap="none" strike="noStrike">
                <a:solidFill>
                  <a:schemeClr val="dk1"/>
                </a:solidFill>
                <a:latin typeface="Times New Roman"/>
                <a:ea typeface="Times New Roman"/>
                <a:cs typeface="Times New Roman"/>
                <a:sym typeface="Times New Roman"/>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Times New Roman"/>
                <a:ea typeface="Times New Roman"/>
                <a:cs typeface="Times New Roman"/>
                <a:sym typeface="Times New Roman"/>
              </a:defRPr>
            </a:lvl9pPr>
          </a:lstStyle>
          <a:p/>
        </p:txBody>
      </p:sp>
      <p:sp>
        <p:nvSpPr>
          <p:cNvPr id="141" name="Google Shape;141;p22"/>
          <p:cNvSpPr txBox="1"/>
          <p:nvPr>
            <p:ph idx="10" type="dt"/>
          </p:nvPr>
        </p:nvSpPr>
        <p:spPr>
          <a:xfrm>
            <a:off x="771525" y="6248400"/>
            <a:ext cx="2143125"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1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2" name="Google Shape;142;p22"/>
          <p:cNvSpPr txBox="1"/>
          <p:nvPr>
            <p:ph idx="11" type="ftr"/>
          </p:nvPr>
        </p:nvSpPr>
        <p:spPr>
          <a:xfrm>
            <a:off x="3514725" y="6248400"/>
            <a:ext cx="3257550" cy="457200"/>
          </a:xfrm>
          <a:prstGeom prst="rect">
            <a:avLst/>
          </a:prstGeom>
          <a:noFill/>
          <a:ln>
            <a:noFill/>
          </a:ln>
        </p:spPr>
        <p:txBody>
          <a:bodyPr anchorCtr="0" anchor="t" bIns="45700" lIns="91400" spcFirstLastPara="1" rIns="91400" wrap="square" tIns="45700">
            <a:noAutofit/>
          </a:bodyPr>
          <a:lstStyle>
            <a:lvl1pPr lvl="0" marR="0" rtl="0" algn="l">
              <a:lnSpc>
                <a:spcPct val="100000"/>
              </a:lnSpc>
              <a:spcBef>
                <a:spcPts val="0"/>
              </a:spcBef>
              <a:spcAft>
                <a:spcPts val="0"/>
              </a:spcAft>
              <a:buSzPts val="1400"/>
              <a:buNone/>
              <a:defRPr b="0" i="0" sz="2400" u="none">
                <a:solidFill>
                  <a:schemeClr val="dk1"/>
                </a:solidFill>
                <a:latin typeface="Times New Roman"/>
                <a:ea typeface="Times New Roman"/>
                <a:cs typeface="Times New Roman"/>
                <a:sym typeface="Times New Roman"/>
              </a:defRPr>
            </a:lvl1pPr>
            <a:lvl2pPr lvl="1"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2pPr>
            <a:lvl3pPr lvl="2"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3pPr>
            <a:lvl4pPr lvl="3"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4pPr>
            <a:lvl5pPr lvl="4"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5pPr>
            <a:lvl6pPr lvl="5"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6pPr>
            <a:lvl7pPr lvl="6"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7pPr>
            <a:lvl8pPr lvl="7"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8pPr>
            <a:lvl9pPr lvl="8" marR="0" rtl="0" algn="l">
              <a:lnSpc>
                <a:spcPct val="100000"/>
              </a:lnSpc>
              <a:spcBef>
                <a:spcPts val="0"/>
              </a:spcBef>
              <a:spcAft>
                <a:spcPts val="0"/>
              </a:spcAft>
              <a:buSzPts val="1400"/>
              <a:buNone/>
              <a:defRPr b="0" i="0" sz="2400" u="none" cap="none" strike="noStrike">
                <a:solidFill>
                  <a:schemeClr val="dk1"/>
                </a:solidFill>
                <a:latin typeface="Times New Roman"/>
                <a:ea typeface="Times New Roman"/>
                <a:cs typeface="Times New Roman"/>
                <a:sym typeface="Times New Roman"/>
              </a:defRPr>
            </a:lvl9pPr>
          </a:lstStyle>
          <a:p/>
        </p:txBody>
      </p:sp>
      <p:sp>
        <p:nvSpPr>
          <p:cNvPr id="143" name="Google Shape;143;p22"/>
          <p:cNvSpPr txBox="1"/>
          <p:nvPr>
            <p:ph idx="12" type="sldNum"/>
          </p:nvPr>
        </p:nvSpPr>
        <p:spPr>
          <a:xfrm>
            <a:off x="7372350" y="6248400"/>
            <a:ext cx="2143125" cy="457200"/>
          </a:xfrm>
          <a:prstGeom prst="rect">
            <a:avLst/>
          </a:prstGeom>
          <a:noFill/>
          <a:ln>
            <a:noFill/>
          </a:ln>
        </p:spPr>
        <p:txBody>
          <a:bodyPr anchorCtr="0" anchor="t" bIns="45700" lIns="91400" spcFirstLastPara="1" rIns="91400" wrap="square" tIns="45700">
            <a:noAutofit/>
          </a:bodyPr>
          <a:lstStyle>
            <a:lvl1pPr indent="0" lvl="0"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1pPr>
            <a:lvl2pPr indent="0" lvl="1"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2pPr>
            <a:lvl3pPr indent="0" lvl="2"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3pPr>
            <a:lvl4pPr indent="0" lvl="3"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4pPr>
            <a:lvl5pPr indent="0" lvl="4"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5pPr>
            <a:lvl6pPr indent="0" lvl="5"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6pPr>
            <a:lvl7pPr indent="0" lvl="6"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7pPr>
            <a:lvl8pPr indent="0" lvl="7"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8pPr>
            <a:lvl9pPr indent="0" lvl="8" marL="0" marR="0" rtl="0" algn="r">
              <a:lnSpc>
                <a:spcPct val="100000"/>
              </a:lnSpc>
              <a:spcBef>
                <a:spcPts val="0"/>
              </a:spcBef>
              <a:spcAft>
                <a:spcPts val="0"/>
              </a:spcAft>
              <a:buClr>
                <a:schemeClr val="dk1"/>
              </a:buClr>
              <a:buSzPts val="1400"/>
              <a:buFont typeface="Times New Roman"/>
              <a:buNone/>
              <a:defRPr b="0" i="0" sz="1400" u="none">
                <a:solidFill>
                  <a:schemeClr val="dk1"/>
                </a:solidFill>
                <a:latin typeface="Times New Roman"/>
                <a:ea typeface="Times New Roman"/>
                <a:cs typeface="Times New Roman"/>
                <a:sym typeface="Times New Roman"/>
              </a:defRPr>
            </a:lvl9pPr>
          </a:lstStyle>
          <a:p>
            <a:pPr indent="0" lvl="0" marL="0" rtl="0" algn="r">
              <a:spcBef>
                <a:spcPts val="0"/>
              </a:spcBef>
              <a:spcAft>
                <a:spcPts val="0"/>
              </a:spcAft>
              <a:buNone/>
            </a:pPr>
            <a:fld id="{00000000-1234-1234-1234-123412341234}" type="slidenum">
              <a:rPr lang="en-US"/>
              <a:t>‹#›</a:t>
            </a:fld>
            <a:endParaRPr>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4.jpg"/><Relationship Id="rId5" Type="http://schemas.openxmlformats.org/officeDocument/2006/relationships/image" Target="../media/image2.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7.jp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3.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idx="4294967295" type="ctrTitle"/>
          </p:nvPr>
        </p:nvSpPr>
        <p:spPr>
          <a:xfrm>
            <a:off x="685800" y="304800"/>
            <a:ext cx="874395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FF"/>
              </a:buClr>
              <a:buSzPts val="6600"/>
              <a:buFont typeface="Times New Roman"/>
              <a:buNone/>
            </a:pPr>
            <a:r>
              <a:rPr b="0" i="0" lang="en-US" sz="6600" u="none" cap="none" strike="noStrike">
                <a:solidFill>
                  <a:srgbClr val="0000FF"/>
                </a:solidFill>
                <a:latin typeface="Times New Roman"/>
                <a:ea typeface="Times New Roman"/>
                <a:cs typeface="Times New Roman"/>
                <a:sym typeface="Times New Roman"/>
              </a:rPr>
              <a:t>Homeostasis</a:t>
            </a:r>
            <a:endParaRPr/>
          </a:p>
        </p:txBody>
      </p:sp>
      <p:grpSp>
        <p:nvGrpSpPr>
          <p:cNvPr id="157" name="Google Shape;157;p24"/>
          <p:cNvGrpSpPr/>
          <p:nvPr/>
        </p:nvGrpSpPr>
        <p:grpSpPr>
          <a:xfrm>
            <a:off x="942975" y="1905000"/>
            <a:ext cx="8486775" cy="3733800"/>
            <a:chOff x="0" y="1632"/>
            <a:chExt cx="5760" cy="2688"/>
          </a:xfrm>
        </p:grpSpPr>
        <p:pic>
          <p:nvPicPr>
            <p:cNvPr descr="http://www.chesswork.com/Thailand/pictures/Steam_Man.jpg" id="158" name="Google Shape;158;p24"/>
            <p:cNvPicPr preferRelativeResize="0"/>
            <p:nvPr/>
          </p:nvPicPr>
          <p:blipFill rotWithShape="1">
            <a:blip r:embed="rId3">
              <a:alphaModFix/>
            </a:blip>
            <a:srcRect b="0" l="0" r="0" t="0"/>
            <a:stretch/>
          </p:blipFill>
          <p:spPr>
            <a:xfrm>
              <a:off x="0" y="1632"/>
              <a:ext cx="2928" cy="1707"/>
            </a:xfrm>
            <a:prstGeom prst="rect">
              <a:avLst/>
            </a:prstGeom>
            <a:noFill/>
            <a:ln>
              <a:noFill/>
            </a:ln>
          </p:spPr>
        </p:pic>
        <p:pic>
          <p:nvPicPr>
            <p:cNvPr descr="http://www.egyptiancastle.com/main/culture/people/images/man_pyramids.jpg" id="159" name="Google Shape;159;p24"/>
            <p:cNvPicPr preferRelativeResize="0"/>
            <p:nvPr/>
          </p:nvPicPr>
          <p:blipFill rotWithShape="1">
            <a:blip r:embed="rId4">
              <a:alphaModFix/>
            </a:blip>
            <a:srcRect b="0" l="0" r="0" t="0"/>
            <a:stretch/>
          </p:blipFill>
          <p:spPr>
            <a:xfrm>
              <a:off x="864" y="3081"/>
              <a:ext cx="1872" cy="1239"/>
            </a:xfrm>
            <a:prstGeom prst="rect">
              <a:avLst/>
            </a:prstGeom>
            <a:noFill/>
            <a:ln>
              <a:noFill/>
            </a:ln>
          </p:spPr>
        </p:pic>
        <p:pic>
          <p:nvPicPr>
            <p:cNvPr descr="http://www.mountwashington.org/images/person_snow.jpg" id="160" name="Google Shape;160;p24"/>
            <p:cNvPicPr preferRelativeResize="0"/>
            <p:nvPr/>
          </p:nvPicPr>
          <p:blipFill rotWithShape="1">
            <a:blip r:embed="rId5">
              <a:alphaModFix/>
            </a:blip>
            <a:srcRect b="0" l="0" r="0" t="0"/>
            <a:stretch/>
          </p:blipFill>
          <p:spPr>
            <a:xfrm>
              <a:off x="3360" y="1632"/>
              <a:ext cx="2400" cy="2688"/>
            </a:xfrm>
            <a:prstGeom prst="rect">
              <a:avLst/>
            </a:prstGeom>
            <a:noFill/>
            <a:ln>
              <a:noFill/>
            </a:ln>
          </p:spPr>
        </p:pic>
        <p:pic>
          <p:nvPicPr>
            <p:cNvPr descr="http://www.wolfaquatics.com/images/Boys%202002/Non-league/Freezing%20Kevin%20v%20Ramona.JPG" id="161" name="Google Shape;161;p24"/>
            <p:cNvPicPr preferRelativeResize="0"/>
            <p:nvPr/>
          </p:nvPicPr>
          <p:blipFill rotWithShape="1">
            <a:blip r:embed="rId6">
              <a:alphaModFix/>
            </a:blip>
            <a:srcRect b="0" l="0" r="0" t="0"/>
            <a:stretch/>
          </p:blipFill>
          <p:spPr>
            <a:xfrm>
              <a:off x="2592" y="1645"/>
              <a:ext cx="1152" cy="1389"/>
            </a:xfrm>
            <a:prstGeom prst="rect">
              <a:avLst/>
            </a:prstGeom>
            <a:noFill/>
            <a:ln>
              <a:noFill/>
            </a:ln>
          </p:spPr>
        </p:pic>
        <p:pic>
          <p:nvPicPr>
            <p:cNvPr descr="http://media.mmm.edu/students/sthilaire/pace/man-and-woman-beach.jpg" id="162" name="Google Shape;162;p24"/>
            <p:cNvPicPr preferRelativeResize="0"/>
            <p:nvPr/>
          </p:nvPicPr>
          <p:blipFill rotWithShape="1">
            <a:blip r:embed="rId7">
              <a:alphaModFix/>
            </a:blip>
            <a:srcRect b="0" l="0" r="0" t="0"/>
            <a:stretch/>
          </p:blipFill>
          <p:spPr>
            <a:xfrm>
              <a:off x="2592" y="2854"/>
              <a:ext cx="1152" cy="1466"/>
            </a:xfrm>
            <a:prstGeom prst="rect">
              <a:avLst/>
            </a:prstGeom>
            <a:noFill/>
            <a:ln>
              <a:noFill/>
            </a:ln>
          </p:spPr>
        </p:pic>
        <p:pic>
          <p:nvPicPr>
            <p:cNvPr descr="Peters and Hunt Cold as Hell" id="163" name="Google Shape;163;p24"/>
            <p:cNvPicPr preferRelativeResize="0"/>
            <p:nvPr/>
          </p:nvPicPr>
          <p:blipFill rotWithShape="1">
            <a:blip r:embed="rId8">
              <a:alphaModFix/>
            </a:blip>
            <a:srcRect b="0" l="0" r="0" t="0"/>
            <a:stretch/>
          </p:blipFill>
          <p:spPr>
            <a:xfrm>
              <a:off x="0" y="2784"/>
              <a:ext cx="953" cy="1536"/>
            </a:xfrm>
            <a:prstGeom prst="rect">
              <a:avLst/>
            </a:prstGeom>
            <a:noFill/>
            <a:ln>
              <a:noFill/>
            </a:ln>
          </p:spPr>
        </p:pic>
      </p:grpSp>
      <p:sp>
        <p:nvSpPr>
          <p:cNvPr id="164" name="Google Shape;164;p24"/>
          <p:cNvSpPr txBox="1"/>
          <p:nvPr/>
        </p:nvSpPr>
        <p:spPr>
          <a:xfrm>
            <a:off x="2628900" y="6019800"/>
            <a:ext cx="5486400" cy="523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2800"/>
              <a:buFont typeface="Times New Roman"/>
              <a:buNone/>
            </a:pPr>
            <a:r>
              <a:rPr b="1" i="0" lang="en-US" sz="2800" u="none" cap="none" strike="noStrike">
                <a:solidFill>
                  <a:schemeClr val="dk1"/>
                </a:solidFill>
                <a:latin typeface="Times New Roman"/>
                <a:ea typeface="Times New Roman"/>
                <a:cs typeface="Times New Roman"/>
                <a:sym typeface="Times New Roman"/>
              </a:rPr>
              <a:t>Prof. Dr. Md. Mahbubul Morshed</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5"/>
          <p:cNvSpPr txBox="1"/>
          <p:nvPr>
            <p:ph idx="4294967295" type="title"/>
          </p:nvPr>
        </p:nvSpPr>
        <p:spPr>
          <a:xfrm>
            <a:off x="771525" y="609600"/>
            <a:ext cx="874395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FF"/>
              </a:buClr>
              <a:buSzPts val="4400"/>
              <a:buFont typeface="Times New Roman"/>
              <a:buNone/>
            </a:pPr>
            <a:r>
              <a:rPr b="0" i="0" lang="en-US" sz="4400" u="none" cap="none" strike="noStrike">
                <a:solidFill>
                  <a:srgbClr val="0000FF"/>
                </a:solidFill>
                <a:latin typeface="Times New Roman"/>
                <a:ea typeface="Times New Roman"/>
                <a:cs typeface="Times New Roman"/>
                <a:sym typeface="Times New Roman"/>
              </a:rPr>
              <a:t>Homeostasis</a:t>
            </a:r>
            <a:endParaRPr/>
          </a:p>
        </p:txBody>
      </p:sp>
      <p:sp>
        <p:nvSpPr>
          <p:cNvPr id="170" name="Google Shape;170;p25"/>
          <p:cNvSpPr txBox="1"/>
          <p:nvPr>
            <p:ph idx="4294967295" type="body"/>
          </p:nvPr>
        </p:nvSpPr>
        <p:spPr>
          <a:xfrm>
            <a:off x="771525" y="1981200"/>
            <a:ext cx="874395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The basic living unit of the body is the cell. The entire body contains about 100 trillions of cells. </a:t>
            </a:r>
            <a:endParaRPr/>
          </a:p>
          <a:p>
            <a:pPr indent="-342900" lvl="0" marL="342900" marR="0" rtl="0" algn="l">
              <a:lnSpc>
                <a:spcPct val="100000"/>
              </a:lnSpc>
              <a:spcBef>
                <a:spcPts val="48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About 60-80% of the adult human body is fluid. The cells of ours are bathed in this fluid termed as tissue fluid- a watery solution of ions and the other substances. </a:t>
            </a:r>
            <a:endParaRPr/>
          </a:p>
          <a:p>
            <a:pPr indent="-342900" lvl="0" marL="342900" marR="0" rtl="0" algn="l">
              <a:lnSpc>
                <a:spcPct val="100000"/>
              </a:lnSpc>
              <a:spcBef>
                <a:spcPts val="48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Tissue fluid forms the internal environment in which human body cells live. </a:t>
            </a:r>
            <a:endParaRPr/>
          </a:p>
          <a:p>
            <a:pPr indent="-190500" lvl="0" marL="342900" marR="0" rtl="0" algn="l">
              <a:lnSpc>
                <a:spcPct val="100000"/>
              </a:lnSpc>
              <a:spcBef>
                <a:spcPts val="480"/>
              </a:spcBef>
              <a:spcAft>
                <a:spcPts val="0"/>
              </a:spcAft>
              <a:buClr>
                <a:schemeClr val="dk1"/>
              </a:buClr>
              <a:buSzPts val="2400"/>
              <a:buFont typeface="Times New Roman"/>
              <a:buNone/>
            </a:pPr>
            <a:r>
              <a:t/>
            </a:r>
            <a:endParaRPr b="0" i="0" sz="2400" u="none" cap="none" strike="noStrike">
              <a:solidFill>
                <a:srgbClr val="000000"/>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The maintenance of nearly constant internal environment in side the body is called </a:t>
            </a:r>
            <a:r>
              <a:rPr b="1" i="0" lang="en-US" sz="2400" u="none" cap="none" strike="noStrike">
                <a:solidFill>
                  <a:srgbClr val="000000"/>
                </a:solidFill>
                <a:latin typeface="Times New Roman"/>
                <a:ea typeface="Times New Roman"/>
                <a:cs typeface="Times New Roman"/>
                <a:sym typeface="Times New Roman"/>
              </a:rPr>
              <a:t>Homeostasis.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6"/>
          <p:cNvSpPr txBox="1"/>
          <p:nvPr>
            <p:ph idx="4294967295" type="body"/>
          </p:nvPr>
        </p:nvSpPr>
        <p:spPr>
          <a:xfrm>
            <a:off x="600075" y="304800"/>
            <a:ext cx="9258300" cy="3200400"/>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rgbClr val="0000FF"/>
              </a:buClr>
              <a:buSzPts val="4000"/>
              <a:buFont typeface="Times New Roman"/>
              <a:buNone/>
            </a:pPr>
            <a:r>
              <a:rPr b="1" i="0" lang="en-US" sz="4000" u="none" cap="none" strike="noStrike">
                <a:solidFill>
                  <a:srgbClr val="0000FF"/>
                </a:solidFill>
                <a:latin typeface="Times New Roman"/>
                <a:ea typeface="Times New Roman"/>
                <a:cs typeface="Times New Roman"/>
                <a:sym typeface="Times New Roman"/>
              </a:rPr>
              <a:t>Control of Homeostasis</a:t>
            </a:r>
            <a:endParaRPr b="1" i="0" sz="3200" u="none" cap="none" strike="noStrike">
              <a:solidFill>
                <a:srgbClr val="0000FF"/>
              </a:solidFill>
              <a:latin typeface="Times New Roman"/>
              <a:ea typeface="Times New Roman"/>
              <a:cs typeface="Times New Roman"/>
              <a:sym typeface="Times New Roman"/>
            </a:endParaRPr>
          </a:p>
          <a:p>
            <a:pPr indent="0" lvl="0" marL="0" marR="0" rtl="0" algn="l">
              <a:lnSpc>
                <a:spcPct val="90000"/>
              </a:lnSpc>
              <a:spcBef>
                <a:spcPts val="640"/>
              </a:spcBef>
              <a:spcAft>
                <a:spcPts val="0"/>
              </a:spcAft>
              <a:buClr>
                <a:srgbClr val="000000"/>
              </a:buClr>
              <a:buSzPts val="3200"/>
              <a:buFont typeface="Times New Roman"/>
              <a:buNone/>
            </a:pPr>
            <a:r>
              <a:rPr b="0" i="0" lang="en-US" sz="3200" u="none" cap="none" strike="noStrike">
                <a:solidFill>
                  <a:srgbClr val="000000"/>
                </a:solidFill>
                <a:latin typeface="Times New Roman"/>
                <a:ea typeface="Times New Roman"/>
                <a:cs typeface="Times New Roman"/>
                <a:sym typeface="Times New Roman"/>
              </a:rPr>
              <a:t>Homeostasis is controlled by feedback mechanism.</a:t>
            </a:r>
            <a:endParaRPr/>
          </a:p>
          <a:p>
            <a:pPr indent="0" lvl="0" marL="0" marR="0" rtl="0" algn="just">
              <a:lnSpc>
                <a:spcPct val="90000"/>
              </a:lnSpc>
              <a:spcBef>
                <a:spcPts val="600"/>
              </a:spcBef>
              <a:spcAft>
                <a:spcPts val="0"/>
              </a:spcAft>
              <a:buClr>
                <a:srgbClr val="000000"/>
              </a:buClr>
              <a:buSzPts val="3000"/>
              <a:buFont typeface="Times New Roman"/>
              <a:buNone/>
            </a:pPr>
            <a:r>
              <a:rPr b="1" i="0" lang="en-US" sz="3000" u="none" cap="none" strike="noStrike">
                <a:solidFill>
                  <a:srgbClr val="000000"/>
                </a:solidFill>
                <a:latin typeface="Times New Roman"/>
                <a:ea typeface="Times New Roman"/>
                <a:cs typeface="Times New Roman"/>
                <a:sym typeface="Times New Roman"/>
              </a:rPr>
              <a:t>The feedback mechanism consist of three parts:</a:t>
            </a:r>
            <a:endParaRPr/>
          </a:p>
          <a:p>
            <a:pPr indent="0" lvl="0" marL="0" marR="0" rtl="0" algn="just">
              <a:lnSpc>
                <a:spcPct val="90000"/>
              </a:lnSpc>
              <a:spcBef>
                <a:spcPts val="56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1. A sense organ</a:t>
            </a:r>
            <a:endParaRPr/>
          </a:p>
          <a:p>
            <a:pPr indent="0" lvl="0" marL="0" marR="0" rtl="0" algn="just">
              <a:lnSpc>
                <a:spcPct val="90000"/>
              </a:lnSpc>
              <a:spcBef>
                <a:spcPts val="56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2. A control centre (usually the brain)</a:t>
            </a:r>
            <a:endParaRPr/>
          </a:p>
          <a:p>
            <a:pPr indent="0" lvl="0" marL="0" marR="0" rtl="0" algn="just">
              <a:lnSpc>
                <a:spcPct val="90000"/>
              </a:lnSpc>
              <a:spcBef>
                <a:spcPts val="560"/>
              </a:spcBef>
              <a:spcAft>
                <a:spcPts val="0"/>
              </a:spcAft>
              <a:buClr>
                <a:srgbClr val="000000"/>
              </a:buClr>
              <a:buSzPts val="2800"/>
              <a:buFont typeface="Times New Roman"/>
              <a:buNone/>
            </a:pPr>
            <a:r>
              <a:rPr b="0" i="0" lang="en-US" sz="2800" u="none" cap="none" strike="noStrike">
                <a:solidFill>
                  <a:srgbClr val="000000"/>
                </a:solidFill>
                <a:latin typeface="Times New Roman"/>
                <a:ea typeface="Times New Roman"/>
                <a:cs typeface="Times New Roman"/>
                <a:sym typeface="Times New Roman"/>
              </a:rPr>
              <a:t>3. A responding organ</a:t>
            </a:r>
            <a:endParaRPr/>
          </a:p>
          <a:p>
            <a:pPr indent="0" lvl="0" marL="0" marR="0" rtl="0" algn="just">
              <a:lnSpc>
                <a:spcPct val="90000"/>
              </a:lnSpc>
              <a:spcBef>
                <a:spcPts val="560"/>
              </a:spcBef>
              <a:spcAft>
                <a:spcPts val="0"/>
              </a:spcAft>
              <a:buClr>
                <a:schemeClr val="dk1"/>
              </a:buClr>
              <a:buSzPts val="2800"/>
              <a:buFont typeface="Times New Roman"/>
              <a:buNone/>
            </a:pPr>
            <a:r>
              <a:t/>
            </a:r>
            <a:endParaRPr b="0" i="0" sz="2800" u="none" cap="none" strike="noStrike">
              <a:solidFill>
                <a:srgbClr val="000000"/>
              </a:solidFill>
              <a:latin typeface="Times New Roman"/>
              <a:ea typeface="Times New Roman"/>
              <a:cs typeface="Times New Roman"/>
              <a:sym typeface="Times New Roman"/>
            </a:endParaRPr>
          </a:p>
          <a:p>
            <a:pPr indent="0" lvl="0" marL="0" marR="0" rtl="0" algn="just">
              <a:lnSpc>
                <a:spcPct val="90000"/>
              </a:lnSpc>
              <a:spcBef>
                <a:spcPts val="640"/>
              </a:spcBef>
              <a:spcAft>
                <a:spcPts val="0"/>
              </a:spcAft>
              <a:buClr>
                <a:schemeClr val="dk1"/>
              </a:buClr>
              <a:buSzPts val="3200"/>
              <a:buFont typeface="Times New Roman"/>
              <a:buNone/>
            </a:pPr>
            <a:r>
              <a:t/>
            </a:r>
            <a:endParaRPr b="0" i="0" sz="3200" u="none" cap="none" strike="noStrike">
              <a:solidFill>
                <a:srgbClr val="000000"/>
              </a:solidFill>
              <a:latin typeface="Times New Roman"/>
              <a:ea typeface="Times New Roman"/>
              <a:cs typeface="Times New Roman"/>
              <a:sym typeface="Times New Roman"/>
            </a:endParaRPr>
          </a:p>
          <a:p>
            <a:pPr indent="-139700" lvl="0" marL="342900" marR="0" rtl="0" algn="l">
              <a:spcBef>
                <a:spcPts val="640"/>
              </a:spcBef>
              <a:spcAft>
                <a:spcPts val="0"/>
              </a:spcAft>
              <a:buClr>
                <a:schemeClr val="dk1"/>
              </a:buClr>
              <a:buSzPts val="3200"/>
              <a:buFont typeface="Times New Roman"/>
              <a:buNone/>
            </a:pPr>
            <a:r>
              <a:t/>
            </a:r>
            <a:endParaRPr b="0" i="0" sz="3200" u="none">
              <a:solidFill>
                <a:srgbClr val="000000"/>
              </a:solidFill>
              <a:latin typeface="Times New Roman"/>
              <a:ea typeface="Times New Roman"/>
              <a:cs typeface="Times New Roman"/>
              <a:sym typeface="Times New Roman"/>
            </a:endParaRPr>
          </a:p>
        </p:txBody>
      </p:sp>
      <p:grpSp>
        <p:nvGrpSpPr>
          <p:cNvPr id="176" name="Google Shape;176;p26"/>
          <p:cNvGrpSpPr/>
          <p:nvPr/>
        </p:nvGrpSpPr>
        <p:grpSpPr>
          <a:xfrm>
            <a:off x="1971675" y="3657600"/>
            <a:ext cx="6858000" cy="2287587"/>
            <a:chOff x="0" y="2064"/>
            <a:chExt cx="5472" cy="1970"/>
          </a:xfrm>
        </p:grpSpPr>
        <p:sp>
          <p:nvSpPr>
            <p:cNvPr id="177" name="Google Shape;177;p26"/>
            <p:cNvSpPr txBox="1"/>
            <p:nvPr/>
          </p:nvSpPr>
          <p:spPr>
            <a:xfrm>
              <a:off x="336" y="2400"/>
              <a:ext cx="1440" cy="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Control centre</a:t>
              </a:r>
              <a:endParaRPr/>
            </a:p>
          </p:txBody>
        </p:sp>
        <p:sp>
          <p:nvSpPr>
            <p:cNvPr id="178" name="Google Shape;178;p26"/>
            <p:cNvSpPr txBox="1"/>
            <p:nvPr/>
          </p:nvSpPr>
          <p:spPr>
            <a:xfrm>
              <a:off x="3312" y="2448"/>
              <a:ext cx="1296" cy="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Sense organ</a:t>
              </a:r>
              <a:endParaRPr/>
            </a:p>
          </p:txBody>
        </p:sp>
        <p:sp>
          <p:nvSpPr>
            <p:cNvPr id="179" name="Google Shape;179;p26"/>
            <p:cNvSpPr txBox="1"/>
            <p:nvPr/>
          </p:nvSpPr>
          <p:spPr>
            <a:xfrm>
              <a:off x="1585" y="3744"/>
              <a:ext cx="1775" cy="29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Responding organ</a:t>
              </a:r>
              <a:endParaRPr/>
            </a:p>
          </p:txBody>
        </p:sp>
        <p:sp>
          <p:nvSpPr>
            <p:cNvPr id="180" name="Google Shape;180;p26"/>
            <p:cNvSpPr txBox="1"/>
            <p:nvPr/>
          </p:nvSpPr>
          <p:spPr>
            <a:xfrm>
              <a:off x="1680" y="2064"/>
              <a:ext cx="1776" cy="2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Feedback</a:t>
              </a:r>
              <a:endParaRPr/>
            </a:p>
          </p:txBody>
        </p:sp>
        <p:sp>
          <p:nvSpPr>
            <p:cNvPr id="181" name="Google Shape;181;p26"/>
            <p:cNvSpPr txBox="1"/>
            <p:nvPr/>
          </p:nvSpPr>
          <p:spPr>
            <a:xfrm>
              <a:off x="0" y="3073"/>
              <a:ext cx="1200" cy="29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Information</a:t>
              </a:r>
              <a:endParaRPr/>
            </a:p>
          </p:txBody>
        </p:sp>
        <p:sp>
          <p:nvSpPr>
            <p:cNvPr id="182" name="Google Shape;182;p26"/>
            <p:cNvSpPr txBox="1"/>
            <p:nvPr/>
          </p:nvSpPr>
          <p:spPr>
            <a:xfrm>
              <a:off x="3887" y="3073"/>
              <a:ext cx="1585" cy="711"/>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1600"/>
                <a:buFont typeface="Arial"/>
                <a:buNone/>
              </a:pPr>
              <a:r>
                <a:rPr b="1" i="0" lang="en-US" sz="1600" u="none" cap="none" strike="noStrike">
                  <a:solidFill>
                    <a:srgbClr val="000000"/>
                  </a:solidFill>
                  <a:latin typeface="Arial"/>
                  <a:ea typeface="Arial"/>
                  <a:cs typeface="Arial"/>
                  <a:sym typeface="Arial"/>
                </a:rPr>
                <a:t>Messages to speed up or slow down</a:t>
              </a:r>
              <a:endParaRPr/>
            </a:p>
          </p:txBody>
        </p:sp>
        <p:cxnSp>
          <p:nvCxnSpPr>
            <p:cNvPr id="183" name="Google Shape;183;p26"/>
            <p:cNvCxnSpPr/>
            <p:nvPr/>
          </p:nvCxnSpPr>
          <p:spPr>
            <a:xfrm>
              <a:off x="1151" y="2687"/>
              <a:ext cx="0" cy="1009"/>
            </a:xfrm>
            <a:prstGeom prst="straightConnector1">
              <a:avLst/>
            </a:prstGeom>
            <a:noFill/>
            <a:ln cap="flat" cmpd="sng" w="31750">
              <a:solidFill>
                <a:schemeClr val="lt2"/>
              </a:solidFill>
              <a:prstDash val="solid"/>
              <a:miter lim="8000"/>
              <a:headEnd len="med" w="med" type="none"/>
              <a:tailEnd len="med" w="med" type="none"/>
            </a:ln>
          </p:spPr>
        </p:cxnSp>
        <p:cxnSp>
          <p:nvCxnSpPr>
            <p:cNvPr id="184" name="Google Shape;184;p26"/>
            <p:cNvCxnSpPr/>
            <p:nvPr/>
          </p:nvCxnSpPr>
          <p:spPr>
            <a:xfrm>
              <a:off x="3216" y="3888"/>
              <a:ext cx="527" cy="0"/>
            </a:xfrm>
            <a:prstGeom prst="straightConnector1">
              <a:avLst/>
            </a:prstGeom>
            <a:noFill/>
            <a:ln cap="flat" cmpd="sng" w="31750">
              <a:solidFill>
                <a:schemeClr val="lt2"/>
              </a:solidFill>
              <a:prstDash val="solid"/>
              <a:miter lim="8000"/>
              <a:headEnd len="med" w="med" type="none"/>
              <a:tailEnd len="med" w="med" type="none"/>
            </a:ln>
          </p:spPr>
        </p:cxnSp>
        <p:cxnSp>
          <p:nvCxnSpPr>
            <p:cNvPr id="185" name="Google Shape;185;p26"/>
            <p:cNvCxnSpPr/>
            <p:nvPr/>
          </p:nvCxnSpPr>
          <p:spPr>
            <a:xfrm>
              <a:off x="1151" y="3696"/>
              <a:ext cx="480" cy="239"/>
            </a:xfrm>
            <a:prstGeom prst="straightConnector1">
              <a:avLst/>
            </a:prstGeom>
            <a:noFill/>
            <a:ln cap="flat" cmpd="sng" w="9525">
              <a:solidFill>
                <a:schemeClr val="lt2"/>
              </a:solidFill>
              <a:prstDash val="solid"/>
              <a:miter lim="8000"/>
              <a:headEnd len="med" w="med" type="none"/>
              <a:tailEnd len="med" w="med" type="triangle"/>
            </a:ln>
          </p:spPr>
        </p:cxnSp>
        <p:cxnSp>
          <p:nvCxnSpPr>
            <p:cNvPr id="186" name="Google Shape;186;p26"/>
            <p:cNvCxnSpPr/>
            <p:nvPr/>
          </p:nvCxnSpPr>
          <p:spPr>
            <a:xfrm rot="10800000">
              <a:off x="3743" y="2687"/>
              <a:ext cx="0" cy="1199"/>
            </a:xfrm>
            <a:prstGeom prst="straightConnector1">
              <a:avLst/>
            </a:prstGeom>
            <a:noFill/>
            <a:ln cap="flat" cmpd="sng" w="31750">
              <a:solidFill>
                <a:schemeClr val="lt2"/>
              </a:solidFill>
              <a:prstDash val="solid"/>
              <a:miter lim="8000"/>
              <a:headEnd len="med" w="med" type="none"/>
              <a:tailEnd len="med" w="med" type="triangle"/>
            </a:ln>
          </p:spPr>
        </p:cxnSp>
        <p:cxnSp>
          <p:nvCxnSpPr>
            <p:cNvPr id="187" name="Google Shape;187;p26"/>
            <p:cNvCxnSpPr/>
            <p:nvPr/>
          </p:nvCxnSpPr>
          <p:spPr>
            <a:xfrm rot="10800000">
              <a:off x="1631" y="2592"/>
              <a:ext cx="1681" cy="0"/>
            </a:xfrm>
            <a:prstGeom prst="straightConnector1">
              <a:avLst/>
            </a:prstGeom>
            <a:noFill/>
            <a:ln cap="flat" cmpd="sng" w="31750">
              <a:solidFill>
                <a:schemeClr val="lt2"/>
              </a:solidFill>
              <a:prstDash val="solid"/>
              <a:miter lim="8000"/>
              <a:headEnd len="med" w="med" type="none"/>
              <a:tailEnd len="med" w="med" type="triangle"/>
            </a:ln>
          </p:spPr>
        </p:cxnSp>
      </p:grpSp>
      <p:sp>
        <p:nvSpPr>
          <p:cNvPr id="188" name="Google Shape;188;p26"/>
          <p:cNvSpPr txBox="1"/>
          <p:nvPr/>
        </p:nvSpPr>
        <p:spPr>
          <a:xfrm>
            <a:off x="685800" y="6172200"/>
            <a:ext cx="8143875" cy="3968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FF"/>
              </a:buClr>
              <a:buSzPts val="2000"/>
              <a:buFont typeface="Arial"/>
              <a:buNone/>
            </a:pPr>
            <a:r>
              <a:rPr b="1" i="0" lang="en-US" sz="2000" u="none" cap="none" strike="noStrike">
                <a:solidFill>
                  <a:srgbClr val="0000FF"/>
                </a:solidFill>
                <a:latin typeface="Arial"/>
                <a:ea typeface="Arial"/>
                <a:cs typeface="Arial"/>
                <a:sym typeface="Arial"/>
              </a:rPr>
              <a:t>The 3 parts of a typical feedback mechanism</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7"/>
          <p:cNvSpPr txBox="1"/>
          <p:nvPr>
            <p:ph idx="4294967295" type="title"/>
          </p:nvPr>
        </p:nvSpPr>
        <p:spPr>
          <a:xfrm>
            <a:off x="771525" y="609600"/>
            <a:ext cx="874395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FF"/>
              </a:buClr>
              <a:buSzPts val="4400"/>
              <a:buFont typeface="Times New Roman"/>
              <a:buNone/>
            </a:pPr>
            <a:r>
              <a:rPr b="0" i="0" lang="en-US" sz="4400" u="none" cap="none" strike="noStrike">
                <a:solidFill>
                  <a:srgbClr val="0000FF"/>
                </a:solidFill>
                <a:latin typeface="Times New Roman"/>
                <a:ea typeface="Times New Roman"/>
                <a:cs typeface="Times New Roman"/>
                <a:sym typeface="Times New Roman"/>
              </a:rPr>
              <a:t>Organs of Homeostasis</a:t>
            </a:r>
            <a:endParaRPr/>
          </a:p>
        </p:txBody>
      </p:sp>
      <p:sp>
        <p:nvSpPr>
          <p:cNvPr id="194" name="Google Shape;194;p27"/>
          <p:cNvSpPr txBox="1"/>
          <p:nvPr>
            <p:ph idx="4294967295" type="body"/>
          </p:nvPr>
        </p:nvSpPr>
        <p:spPr>
          <a:xfrm>
            <a:off x="771525" y="1981200"/>
            <a:ext cx="8743950" cy="41148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Lungs and respiratory tract</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Heart and circulatory system</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Liver, pancreas and gastrointestinal tract</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Kidneys</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Musculoskeletal system</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Skin</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Nervous system</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Endocrine glands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8"/>
          <p:cNvSpPr txBox="1"/>
          <p:nvPr/>
        </p:nvSpPr>
        <p:spPr>
          <a:xfrm>
            <a:off x="428625" y="966787"/>
            <a:ext cx="9344025" cy="48942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3200"/>
              <a:buFont typeface="Times New Roman"/>
              <a:buNone/>
            </a:pPr>
            <a:r>
              <a:rPr b="1" i="0" lang="en-US" sz="3200" u="none" cap="none" strike="noStrike">
                <a:solidFill>
                  <a:srgbClr val="0000FF"/>
                </a:solidFill>
                <a:latin typeface="Times New Roman"/>
                <a:ea typeface="Times New Roman"/>
                <a:cs typeface="Times New Roman"/>
                <a:sym typeface="Times New Roman"/>
              </a:rPr>
              <a:t>Lungs and respiratory tract:</a:t>
            </a:r>
            <a:endParaRPr b="0" i="0" sz="3200" u="none" cap="none" strike="noStrike">
              <a:solidFill>
                <a:srgbClr val="0000FF"/>
              </a:solidFill>
              <a:latin typeface="Times New Roman"/>
              <a:ea typeface="Times New Roman"/>
              <a:cs typeface="Times New Roman"/>
              <a:sym typeface="Times New Roman"/>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Lungs provide oxygen to the tissues and remove carbon dioxide to outside.</a:t>
            </a:r>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It does respiration includes two phases (i) inspiration (ii) expiration.</a:t>
            </a:r>
            <a:endParaRPr/>
          </a:p>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rgbClr val="000000"/>
              </a:solidFill>
              <a:latin typeface="Times New Roman"/>
              <a:ea typeface="Times New Roman"/>
              <a:cs typeface="Times New Roman"/>
              <a:sym typeface="Times New Roman"/>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Inspiration means supply of oxygen from the atmosphere to the tissue space through respiratory tract and blood. </a:t>
            </a:r>
            <a:endParaRPr/>
          </a:p>
          <a:p>
            <a:pPr indent="0" lvl="0" marL="0" marR="0" rtl="0" algn="l">
              <a:lnSpc>
                <a:spcPct val="100000"/>
              </a:lnSpc>
              <a:spcBef>
                <a:spcPts val="0"/>
              </a:spcBef>
              <a:spcAft>
                <a:spcPts val="0"/>
              </a:spcAft>
              <a:buClr>
                <a:schemeClr val="dk1"/>
              </a:buClr>
              <a:buSzPts val="2800"/>
              <a:buFont typeface="Times New Roman"/>
              <a:buNone/>
            </a:pPr>
            <a:r>
              <a:t/>
            </a:r>
            <a:endParaRPr b="0" i="0" sz="2800" u="none" cap="none" strike="noStrike">
              <a:solidFill>
                <a:srgbClr val="000000"/>
              </a:solidFill>
              <a:latin typeface="Times New Roman"/>
              <a:ea typeface="Times New Roman"/>
              <a:cs typeface="Times New Roman"/>
              <a:sym typeface="Times New Roman"/>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Expiration means transport of carbon dioxide from the tissue space to atmosphere through respiratory tract and blood.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9"/>
          <p:cNvSpPr txBox="1"/>
          <p:nvPr/>
        </p:nvSpPr>
        <p:spPr>
          <a:xfrm>
            <a:off x="428625" y="490537"/>
            <a:ext cx="8758237" cy="5508625"/>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3200"/>
              <a:buFont typeface="Times New Roman"/>
              <a:buNone/>
            </a:pPr>
            <a:r>
              <a:rPr b="1" i="0" lang="en-US" sz="3200" u="none" cap="none" strike="noStrike">
                <a:solidFill>
                  <a:srgbClr val="0000FF"/>
                </a:solidFill>
                <a:latin typeface="Times New Roman"/>
                <a:ea typeface="Times New Roman"/>
                <a:cs typeface="Times New Roman"/>
                <a:sym typeface="Times New Roman"/>
              </a:rPr>
              <a:t>Heart and circulatory system:</a:t>
            </a:r>
            <a:endParaRPr/>
          </a:p>
          <a:p>
            <a:pPr indent="0" lvl="0" marL="0" marR="0" rtl="0" algn="l">
              <a:lnSpc>
                <a:spcPct val="100000"/>
              </a:lnSpc>
              <a:spcBef>
                <a:spcPts val="0"/>
              </a:spcBef>
              <a:spcAft>
                <a:spcPts val="0"/>
              </a:spcAft>
              <a:buClr>
                <a:schemeClr val="dk1"/>
              </a:buClr>
              <a:buSzPts val="3200"/>
              <a:buFont typeface="Times New Roman"/>
              <a:buNone/>
            </a:pPr>
            <a:r>
              <a:t/>
            </a:r>
            <a:endParaRPr b="0" i="0" sz="3200" u="none" cap="none" strike="noStrike">
              <a:solidFill>
                <a:srgbClr val="0000FF"/>
              </a:solidFill>
              <a:latin typeface="Times New Roman"/>
              <a:ea typeface="Times New Roman"/>
              <a:cs typeface="Times New Roman"/>
              <a:sym typeface="Times New Roman"/>
            </a:endParaRPr>
          </a:p>
          <a:p>
            <a:pPr indent="-203200" lvl="0" marL="0" marR="0" rtl="0" algn="l">
              <a:lnSpc>
                <a:spcPct val="100000"/>
              </a:lnSpc>
              <a:spcBef>
                <a:spcPts val="0"/>
              </a:spcBef>
              <a:spcAft>
                <a:spcPts val="0"/>
              </a:spcAft>
              <a:buClr>
                <a:srgbClr val="000000"/>
              </a:buClr>
              <a:buSzPts val="3200"/>
              <a:buFont typeface="Times New Roman"/>
              <a:buChar char="•"/>
            </a:pPr>
            <a:r>
              <a:rPr b="0" i="0" lang="en-US" sz="3200" u="none" cap="none" strike="noStrike">
                <a:solidFill>
                  <a:srgbClr val="000000"/>
                </a:solidFill>
                <a:latin typeface="Times New Roman"/>
                <a:ea typeface="Times New Roman"/>
                <a:cs typeface="Times New Roman"/>
                <a:sym typeface="Times New Roman"/>
              </a:rPr>
              <a:t>The heart acts as a pump to propel blood to all tissues of the bodies and maintains blood pressure. </a:t>
            </a:r>
            <a:endParaRPr/>
          </a:p>
          <a:p>
            <a:pPr indent="-203200" lvl="0" marL="0" marR="0" rtl="0" algn="l">
              <a:lnSpc>
                <a:spcPct val="100000"/>
              </a:lnSpc>
              <a:spcBef>
                <a:spcPts val="0"/>
              </a:spcBef>
              <a:spcAft>
                <a:spcPts val="0"/>
              </a:spcAft>
              <a:buClr>
                <a:srgbClr val="000000"/>
              </a:buClr>
              <a:buSzPts val="3200"/>
              <a:buFont typeface="Times New Roman"/>
              <a:buChar char="•"/>
            </a:pPr>
            <a:r>
              <a:rPr b="0" i="0" lang="en-US" sz="3200" u="none" cap="none" strike="noStrike">
                <a:solidFill>
                  <a:srgbClr val="000000"/>
                </a:solidFill>
                <a:latin typeface="Times New Roman"/>
                <a:ea typeface="Times New Roman"/>
                <a:cs typeface="Times New Roman"/>
                <a:sym typeface="Times New Roman"/>
              </a:rPr>
              <a:t>Because of blood circulation, cells get nutrients and oxygen. </a:t>
            </a:r>
            <a:endParaRPr/>
          </a:p>
          <a:p>
            <a:pPr indent="-203200" lvl="0" marL="0" marR="0" rtl="0" algn="l">
              <a:lnSpc>
                <a:spcPct val="100000"/>
              </a:lnSpc>
              <a:spcBef>
                <a:spcPts val="0"/>
              </a:spcBef>
              <a:spcAft>
                <a:spcPts val="0"/>
              </a:spcAft>
              <a:buClr>
                <a:srgbClr val="000000"/>
              </a:buClr>
              <a:buSzPts val="3200"/>
              <a:buFont typeface="Times New Roman"/>
              <a:buChar char="•"/>
            </a:pPr>
            <a:r>
              <a:rPr b="0" i="0" lang="en-US" sz="3200" u="none" cap="none" strike="noStrike">
                <a:solidFill>
                  <a:srgbClr val="000000"/>
                </a:solidFill>
                <a:latin typeface="Times New Roman"/>
                <a:ea typeface="Times New Roman"/>
                <a:cs typeface="Times New Roman"/>
                <a:sym typeface="Times New Roman"/>
              </a:rPr>
              <a:t>Carbon dioxide is carried away from the cell through blood circulation. </a:t>
            </a:r>
            <a:endParaRPr/>
          </a:p>
          <a:p>
            <a:pPr indent="-203200" lvl="0" marL="0" marR="0" rtl="0" algn="l">
              <a:lnSpc>
                <a:spcPct val="100000"/>
              </a:lnSpc>
              <a:spcBef>
                <a:spcPts val="0"/>
              </a:spcBef>
              <a:spcAft>
                <a:spcPts val="0"/>
              </a:spcAft>
              <a:buClr>
                <a:srgbClr val="000000"/>
              </a:buClr>
              <a:buSzPts val="3200"/>
              <a:buFont typeface="Times New Roman"/>
              <a:buChar char="•"/>
            </a:pPr>
            <a:r>
              <a:rPr b="0" i="0" lang="en-US" sz="3200" u="none" cap="none" strike="noStrike">
                <a:solidFill>
                  <a:srgbClr val="000000"/>
                </a:solidFill>
                <a:latin typeface="Times New Roman"/>
                <a:ea typeface="Times New Roman"/>
                <a:cs typeface="Times New Roman"/>
                <a:sym typeface="Times New Roman"/>
              </a:rPr>
              <a:t>Through blood, waste products created due to metabolism are taken to the kidney for filtering.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0"/>
          <p:cNvSpPr txBox="1"/>
          <p:nvPr/>
        </p:nvSpPr>
        <p:spPr>
          <a:xfrm>
            <a:off x="342900" y="319087"/>
            <a:ext cx="9480550" cy="64309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Times New Roman"/>
              <a:buNone/>
            </a:pPr>
            <a:r>
              <a:rPr b="1" i="0" lang="en-US" sz="2800" u="none" cap="none" strike="noStrike">
                <a:solidFill>
                  <a:srgbClr val="0000FF"/>
                </a:solidFill>
                <a:latin typeface="Times New Roman"/>
                <a:ea typeface="Times New Roman"/>
                <a:cs typeface="Times New Roman"/>
                <a:sym typeface="Times New Roman"/>
              </a:rPr>
              <a:t>Kidneys:</a:t>
            </a:r>
            <a:endParaRPr b="0" i="0" sz="2800" u="none" cap="none" strike="noStrike">
              <a:solidFill>
                <a:srgbClr val="0000FF"/>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Kidneys keep blood and tissue fluid clean by filtering the substance not needed by the cells. </a:t>
            </a:r>
            <a:endParaRPr/>
          </a:p>
          <a:p>
            <a:pPr indent="-152400" lvl="0" marL="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These substances include different end products of cellular metabolism, such as urea and uric acid; they also include excesses of ions and water from the food that might have accumulated in the extracellular fluid. </a:t>
            </a:r>
            <a:endParaRPr/>
          </a:p>
          <a:p>
            <a:pPr indent="-152400" lvl="0" marL="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This controls the amounts of dissolved substances in the blood and tissue fluid, a process called </a:t>
            </a:r>
            <a:r>
              <a:rPr b="0" i="1" lang="en-US" sz="2400" u="none" cap="none" strike="noStrike">
                <a:solidFill>
                  <a:srgbClr val="FF0000"/>
                </a:solidFill>
                <a:latin typeface="Times New Roman"/>
                <a:ea typeface="Times New Roman"/>
                <a:cs typeface="Times New Roman"/>
                <a:sym typeface="Times New Roman"/>
              </a:rPr>
              <a:t>osmoregulation</a:t>
            </a:r>
            <a:r>
              <a:rPr b="0" i="0" lang="en-US" sz="2400" u="none" cap="none" strike="noStrike">
                <a:solidFill>
                  <a:srgbClr val="FF0000"/>
                </a:solidFill>
                <a:latin typeface="Times New Roman"/>
                <a:ea typeface="Times New Roman"/>
                <a:cs typeface="Times New Roman"/>
                <a:sym typeface="Times New Roman"/>
              </a:rPr>
              <a:t>.</a:t>
            </a:r>
            <a:r>
              <a:rPr b="0" i="0" lang="en-US" sz="2400" u="none" cap="none" strike="noStrike">
                <a:solidFill>
                  <a:srgbClr val="000000"/>
                </a:solidFill>
                <a:latin typeface="Times New Roman"/>
                <a:ea typeface="Times New Roman"/>
                <a:cs typeface="Times New Roman"/>
                <a:sym typeface="Times New Roman"/>
              </a:rPr>
              <a:t> This is important for two reasons. </a:t>
            </a:r>
            <a:endParaRPr/>
          </a:p>
          <a:p>
            <a:pPr indent="-342900" lvl="1" marL="10858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If the tissue fluid becomes too concentrated, cells will lose water by osmosis and become dehydrated. </a:t>
            </a:r>
            <a:endParaRPr/>
          </a:p>
          <a:p>
            <a:pPr indent="-342900" lvl="1" marL="1085850" marR="0" rtl="0" algn="l">
              <a:lnSpc>
                <a:spcPct val="100000"/>
              </a:lnSpc>
              <a:spcBef>
                <a:spcPts val="0"/>
              </a:spcBef>
              <a:spcAft>
                <a:spcPts val="0"/>
              </a:spcAft>
              <a:buClr>
                <a:srgbClr val="000000"/>
              </a:buClr>
              <a:buSzPts val="2400"/>
              <a:buFont typeface="Arial"/>
              <a:buChar char="•"/>
            </a:pPr>
            <a:r>
              <a:rPr b="0" i="0" lang="en-US" sz="2400" u="none" cap="none" strike="noStrike">
                <a:solidFill>
                  <a:srgbClr val="000000"/>
                </a:solidFill>
                <a:latin typeface="Times New Roman"/>
                <a:ea typeface="Times New Roman"/>
                <a:cs typeface="Times New Roman"/>
                <a:sym typeface="Times New Roman"/>
              </a:rPr>
              <a:t>And if it becomes too dilute, cells will take the excess water by osmosis. </a:t>
            </a:r>
            <a:endParaRPr/>
          </a:p>
          <a:p>
            <a:pPr indent="-152400" lvl="0" marL="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For instance, when we drink a lot of liquid, the water content of our blood rises. This is detected by special sense organs and our kidneys respond by increasing the amount of water in the urine. As a result, a greater amount of more dilute urine is excreted until the water level in the tissue fluid returns to normal.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1"/>
          <p:cNvSpPr txBox="1"/>
          <p:nvPr/>
        </p:nvSpPr>
        <p:spPr>
          <a:xfrm>
            <a:off x="428625" y="893762"/>
            <a:ext cx="9515475" cy="403225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3200"/>
              <a:buFont typeface="Times New Roman"/>
              <a:buNone/>
            </a:pPr>
            <a:r>
              <a:rPr b="1" i="0" lang="en-US" sz="3200" u="none" cap="none" strike="noStrike">
                <a:solidFill>
                  <a:srgbClr val="0000FF"/>
                </a:solidFill>
                <a:latin typeface="Times New Roman"/>
                <a:ea typeface="Times New Roman"/>
                <a:cs typeface="Times New Roman"/>
                <a:sym typeface="Times New Roman"/>
              </a:rPr>
              <a:t>Skin:</a:t>
            </a:r>
            <a:endParaRPr b="0" i="0" sz="3200" u="none" cap="none" strike="noStrike">
              <a:solidFill>
                <a:srgbClr val="0000FF"/>
              </a:solidFill>
              <a:latin typeface="Times New Roman"/>
              <a:ea typeface="Times New Roman"/>
              <a:cs typeface="Times New Roman"/>
              <a:sym typeface="Times New Roman"/>
            </a:endParaRPr>
          </a:p>
          <a:p>
            <a:pPr indent="-203200" lvl="0" marL="0" marR="0" rtl="0" algn="l">
              <a:lnSpc>
                <a:spcPct val="100000"/>
              </a:lnSpc>
              <a:spcBef>
                <a:spcPts val="0"/>
              </a:spcBef>
              <a:spcAft>
                <a:spcPts val="0"/>
              </a:spcAft>
              <a:buClr>
                <a:srgbClr val="000000"/>
              </a:buClr>
              <a:buSzPts val="3200"/>
              <a:buFont typeface="Times New Roman"/>
              <a:buChar char="•"/>
            </a:pPr>
            <a:r>
              <a:rPr b="0" i="0" lang="en-US" sz="3200" u="none" cap="none" strike="noStrike">
                <a:solidFill>
                  <a:srgbClr val="000000"/>
                </a:solidFill>
                <a:latin typeface="Times New Roman"/>
                <a:ea typeface="Times New Roman"/>
                <a:cs typeface="Times New Roman"/>
                <a:sym typeface="Times New Roman"/>
              </a:rPr>
              <a:t>Skin helps to keep the body at a steady temperature of 37</a:t>
            </a:r>
            <a:r>
              <a:rPr b="0" baseline="30000" i="0" lang="en-US" sz="1800" u="none" cap="none" strike="noStrike">
                <a:solidFill>
                  <a:srgbClr val="000000"/>
                </a:solidFill>
                <a:latin typeface="Times New Roman"/>
                <a:ea typeface="Times New Roman"/>
                <a:cs typeface="Times New Roman"/>
                <a:sym typeface="Times New Roman"/>
              </a:rPr>
              <a:t>o</a:t>
            </a:r>
            <a:r>
              <a:rPr b="0" i="0" lang="en-US" sz="3200" u="none" cap="none" strike="noStrike">
                <a:solidFill>
                  <a:srgbClr val="000000"/>
                </a:solidFill>
                <a:latin typeface="Times New Roman"/>
                <a:ea typeface="Times New Roman"/>
                <a:cs typeface="Times New Roman"/>
                <a:sym typeface="Times New Roman"/>
              </a:rPr>
              <a:t>C± 1 </a:t>
            </a:r>
            <a:r>
              <a:rPr b="0" baseline="30000" i="0" lang="en-US" sz="3200" u="none" cap="none" strike="noStrike">
                <a:solidFill>
                  <a:srgbClr val="000000"/>
                </a:solidFill>
                <a:latin typeface="Times New Roman"/>
                <a:ea typeface="Times New Roman"/>
                <a:cs typeface="Times New Roman"/>
                <a:sym typeface="Times New Roman"/>
              </a:rPr>
              <a:t>o</a:t>
            </a:r>
            <a:r>
              <a:rPr b="0" i="0" lang="en-US" sz="3200" u="none" cap="none" strike="noStrike">
                <a:solidFill>
                  <a:srgbClr val="000000"/>
                </a:solidFill>
                <a:latin typeface="Times New Roman"/>
                <a:ea typeface="Times New Roman"/>
                <a:cs typeface="Times New Roman"/>
                <a:sym typeface="Times New Roman"/>
              </a:rPr>
              <a:t>C. </a:t>
            </a:r>
            <a:endParaRPr/>
          </a:p>
          <a:p>
            <a:pPr indent="-203200" lvl="0" marL="0" marR="0" rtl="0" algn="l">
              <a:lnSpc>
                <a:spcPct val="100000"/>
              </a:lnSpc>
              <a:spcBef>
                <a:spcPts val="0"/>
              </a:spcBef>
              <a:spcAft>
                <a:spcPts val="0"/>
              </a:spcAft>
              <a:buClr>
                <a:srgbClr val="000000"/>
              </a:buClr>
              <a:buSzPts val="3200"/>
              <a:buFont typeface="Times New Roman"/>
              <a:buChar char="•"/>
            </a:pPr>
            <a:r>
              <a:rPr b="0" i="0" lang="en-US" sz="3200" u="none" cap="none" strike="noStrike">
                <a:solidFill>
                  <a:srgbClr val="000000"/>
                </a:solidFill>
                <a:latin typeface="Times New Roman"/>
                <a:ea typeface="Times New Roman"/>
                <a:cs typeface="Times New Roman"/>
                <a:sym typeface="Times New Roman"/>
              </a:rPr>
              <a:t>Sweat glands let the body loss excess heat and cool down. </a:t>
            </a:r>
            <a:endParaRPr/>
          </a:p>
          <a:p>
            <a:pPr indent="-203200" lvl="0" marL="0" marR="0" rtl="0" algn="l">
              <a:lnSpc>
                <a:spcPct val="100000"/>
              </a:lnSpc>
              <a:spcBef>
                <a:spcPts val="0"/>
              </a:spcBef>
              <a:spcAft>
                <a:spcPts val="0"/>
              </a:spcAft>
              <a:buClr>
                <a:srgbClr val="000000"/>
              </a:buClr>
              <a:buSzPts val="3200"/>
              <a:buFont typeface="Times New Roman"/>
              <a:buChar char="•"/>
            </a:pPr>
            <a:r>
              <a:rPr b="0" i="0" lang="en-US" sz="3200" u="none" cap="none" strike="noStrike">
                <a:solidFill>
                  <a:srgbClr val="000000"/>
                </a:solidFill>
                <a:latin typeface="Times New Roman"/>
                <a:ea typeface="Times New Roman"/>
                <a:cs typeface="Times New Roman"/>
                <a:sym typeface="Times New Roman"/>
              </a:rPr>
              <a:t>A layer under our skin helps keep heat inside our body, and the shivering action of muscles generates extra heat to warm the body up in the cold weather.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2"/>
          <p:cNvSpPr txBox="1"/>
          <p:nvPr/>
        </p:nvSpPr>
        <p:spPr>
          <a:xfrm>
            <a:off x="342900" y="61912"/>
            <a:ext cx="9258300" cy="6616700"/>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3200"/>
              <a:buFont typeface="Times New Roman"/>
              <a:buNone/>
            </a:pPr>
            <a:r>
              <a:rPr b="1" i="0" lang="en-US" sz="3200" u="none" cap="none" strike="noStrike">
                <a:solidFill>
                  <a:srgbClr val="0000FF"/>
                </a:solidFill>
                <a:latin typeface="Times New Roman"/>
                <a:ea typeface="Times New Roman"/>
                <a:cs typeface="Times New Roman"/>
                <a:sym typeface="Times New Roman"/>
              </a:rPr>
              <a:t>Nervous system:</a:t>
            </a:r>
            <a:endParaRPr b="0" i="0" sz="3200" u="none" cap="none" strike="noStrike">
              <a:solidFill>
                <a:srgbClr val="0000FF"/>
              </a:solidFill>
              <a:latin typeface="Times New Roman"/>
              <a:ea typeface="Times New Roman"/>
              <a:cs typeface="Times New Roman"/>
              <a:sym typeface="Times New Roman"/>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The nervous system consists of three major parts: the sensory input portion, the central nervous system, and the motor output portion. </a:t>
            </a:r>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Sensory receptors detect the body or the state of the structure of the surroundings. For instance, the eyes are sensory organs that give one a visual image of the surrounding area. </a:t>
            </a:r>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The central nervous system is composed of the brain and the spinal cord. The brain can store information, generate thoughts, create ambition, and determine reactions that the body performs in response to the sensations. </a:t>
            </a:r>
            <a:endParaRPr/>
          </a:p>
          <a:p>
            <a:pPr indent="-177800" lvl="0" marL="0" marR="0" rtl="0" algn="l">
              <a:lnSpc>
                <a:spcPct val="100000"/>
              </a:lnSpc>
              <a:spcBef>
                <a:spcPts val="0"/>
              </a:spcBef>
              <a:spcAft>
                <a:spcPts val="0"/>
              </a:spcAft>
              <a:buClr>
                <a:srgbClr val="000000"/>
              </a:buClr>
              <a:buSzPts val="2800"/>
              <a:buFont typeface="Times New Roman"/>
              <a:buChar char="•"/>
            </a:pPr>
            <a:r>
              <a:rPr b="0" i="0" lang="en-US" sz="2800" u="none" cap="none" strike="noStrike">
                <a:solidFill>
                  <a:srgbClr val="000000"/>
                </a:solidFill>
                <a:latin typeface="Times New Roman"/>
                <a:ea typeface="Times New Roman"/>
                <a:cs typeface="Times New Roman"/>
                <a:sym typeface="Times New Roman"/>
              </a:rPr>
              <a:t>Appropriate signals are then transmitted through the motor output portion of the nervous system to carry out one’s desire.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3"/>
          <p:cNvSpPr txBox="1"/>
          <p:nvPr/>
        </p:nvSpPr>
        <p:spPr>
          <a:xfrm>
            <a:off x="342900" y="433387"/>
            <a:ext cx="9601200" cy="56308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2400"/>
              <a:buFont typeface="Times New Roman"/>
              <a:buNone/>
            </a:pPr>
            <a:r>
              <a:rPr b="1" i="0" lang="en-US" sz="2400" u="none" cap="none" strike="noStrike">
                <a:solidFill>
                  <a:srgbClr val="0000FF"/>
                </a:solidFill>
                <a:latin typeface="Times New Roman"/>
                <a:ea typeface="Times New Roman"/>
                <a:cs typeface="Times New Roman"/>
                <a:sym typeface="Times New Roman"/>
              </a:rPr>
              <a:t>Endocrine glands:</a:t>
            </a:r>
            <a:endParaRPr b="0" i="0" sz="2400" u="none" cap="none" strike="noStrike">
              <a:solidFill>
                <a:srgbClr val="0000FF"/>
              </a:solidFill>
              <a:latin typeface="Times New Roman"/>
              <a:ea typeface="Times New Roman"/>
              <a:cs typeface="Times New Roman"/>
              <a:sym typeface="Times New Roman"/>
            </a:endParaRPr>
          </a:p>
          <a:p>
            <a:pPr indent="-152400" lvl="0" marL="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Located in the body are eight major endocrine glands that secrete chemical substances called </a:t>
            </a:r>
            <a:r>
              <a:rPr b="0" i="0" lang="en-US" sz="2400" u="none" cap="none" strike="noStrike">
                <a:solidFill>
                  <a:srgbClr val="FF0000"/>
                </a:solidFill>
                <a:latin typeface="Times New Roman"/>
                <a:ea typeface="Times New Roman"/>
                <a:cs typeface="Times New Roman"/>
                <a:sym typeface="Times New Roman"/>
              </a:rPr>
              <a:t>hormones.</a:t>
            </a:r>
            <a:r>
              <a:rPr b="0" i="0" lang="en-US" sz="2400" u="none" cap="none" strike="noStrike">
                <a:solidFill>
                  <a:srgbClr val="000000"/>
                </a:solidFill>
                <a:latin typeface="Times New Roman"/>
                <a:ea typeface="Times New Roman"/>
                <a:cs typeface="Times New Roman"/>
                <a:sym typeface="Times New Roman"/>
              </a:rPr>
              <a:t> </a:t>
            </a:r>
            <a:endParaRPr/>
          </a:p>
          <a:p>
            <a:pPr indent="-152400" lvl="0" marL="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Hormones are transported into the extracellular fluid to all parts of the body to help regulate cellular function. </a:t>
            </a:r>
            <a:endParaRPr/>
          </a:p>
          <a:p>
            <a:pPr indent="-152400" lvl="0" marL="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For instance, thyroid hormone increases the rates of most chemical reactions in all cells, thus helping to set the tempo of bodily activity. Insulin controls glucose metabolism. Adrenocortical hormones controls Na+, K+ and protein metabolism. Parathyroid hormone controls bone calcium and phosphate. </a:t>
            </a:r>
            <a:endParaRPr/>
          </a:p>
          <a:p>
            <a:pPr indent="-152400" lvl="0" marL="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Thus, the hormones are a system of regulation that complements the nervous system. </a:t>
            </a:r>
            <a:endParaRPr/>
          </a:p>
          <a:p>
            <a:pPr indent="-152400" lvl="0" marL="0" marR="0" rtl="0" algn="l">
              <a:lnSpc>
                <a:spcPct val="100000"/>
              </a:lnSpc>
              <a:spcBef>
                <a:spcPts val="0"/>
              </a:spcBef>
              <a:spcAft>
                <a:spcPts val="0"/>
              </a:spcAft>
              <a:buClr>
                <a:srgbClr val="000000"/>
              </a:buClr>
              <a:buSzPts val="2400"/>
              <a:buFont typeface="Times New Roman"/>
              <a:buChar char="•"/>
            </a:pPr>
            <a:r>
              <a:rPr b="0" i="0" lang="en-US" sz="2400" u="none" cap="none" strike="noStrike">
                <a:solidFill>
                  <a:srgbClr val="000000"/>
                </a:solidFill>
                <a:latin typeface="Times New Roman"/>
                <a:ea typeface="Times New Roman"/>
                <a:cs typeface="Times New Roman"/>
                <a:sym typeface="Times New Roman"/>
              </a:rPr>
              <a:t>The nervous system regulates mainly muscular and secretory activities of the body, whereas the hormonal system regulates mainly metabolic functions.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4"/>
          <p:cNvSpPr txBox="1"/>
          <p:nvPr/>
        </p:nvSpPr>
        <p:spPr>
          <a:xfrm>
            <a:off x="571500" y="304800"/>
            <a:ext cx="9258300" cy="609600"/>
          </a:xfrm>
          <a:prstGeom prst="rect">
            <a:avLst/>
          </a:prstGeom>
          <a:noFill/>
          <a:ln>
            <a:noFill/>
          </a:ln>
        </p:spPr>
        <p:txBody>
          <a:bodyPr anchorCtr="0" anchor="b" bIns="0" lIns="0" spcFirstLastPara="1" rIns="0" wrap="square" tIns="45700">
            <a:noAutofit/>
          </a:bodyPr>
          <a:lstStyle/>
          <a:p>
            <a:pPr indent="0" lvl="0" marL="0" marR="0" rtl="0" algn="l">
              <a:lnSpc>
                <a:spcPct val="100000"/>
              </a:lnSpc>
              <a:spcBef>
                <a:spcPts val="0"/>
              </a:spcBef>
              <a:spcAft>
                <a:spcPts val="0"/>
              </a:spcAft>
              <a:buClr>
                <a:srgbClr val="FF3300"/>
              </a:buClr>
              <a:buSzPts val="3200"/>
              <a:buFont typeface="Tahoma"/>
              <a:buNone/>
            </a:pPr>
            <a:r>
              <a:rPr b="1" i="0" lang="en-US" sz="3200" u="none" cap="none" strike="noStrike">
                <a:solidFill>
                  <a:srgbClr val="FF3300"/>
                </a:solidFill>
                <a:latin typeface="Tahoma"/>
                <a:ea typeface="Tahoma"/>
                <a:cs typeface="Tahoma"/>
                <a:sym typeface="Tahoma"/>
              </a:rPr>
              <a:t>Temperature Regulation</a:t>
            </a:r>
            <a:r>
              <a:rPr b="1" i="1" lang="en-US" sz="3200" u="none" cap="none" strike="noStrike">
                <a:solidFill>
                  <a:schemeClr val="lt1"/>
                </a:solidFill>
                <a:latin typeface="Tahoma"/>
                <a:ea typeface="Tahoma"/>
                <a:cs typeface="Tahoma"/>
                <a:sym typeface="Tahoma"/>
              </a:rPr>
              <a:t> </a:t>
            </a:r>
            <a:r>
              <a:rPr b="1" i="1" lang="en-US" sz="3200" u="none" cap="none" strike="noStrike">
                <a:solidFill>
                  <a:srgbClr val="FF3300"/>
                </a:solidFill>
                <a:latin typeface="Tahoma"/>
                <a:ea typeface="Tahoma"/>
                <a:cs typeface="Tahoma"/>
                <a:sym typeface="Tahoma"/>
              </a:rPr>
              <a:t>(Homeostasis)</a:t>
            </a:r>
            <a:endParaRPr/>
          </a:p>
        </p:txBody>
      </p:sp>
      <p:sp>
        <p:nvSpPr>
          <p:cNvPr id="230" name="Google Shape;230;p34"/>
          <p:cNvSpPr txBox="1"/>
          <p:nvPr/>
        </p:nvSpPr>
        <p:spPr>
          <a:xfrm>
            <a:off x="0" y="1447800"/>
            <a:ext cx="4629150" cy="54102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000FF"/>
              </a:buClr>
              <a:buSzPts val="2400"/>
              <a:buFont typeface="Arial"/>
              <a:buNone/>
            </a:pPr>
            <a:r>
              <a:rPr b="1" i="0" lang="en-US" sz="2400" u="none" cap="none" strike="noStrike">
                <a:solidFill>
                  <a:srgbClr val="0000FF"/>
                </a:solidFill>
                <a:latin typeface="Arial"/>
                <a:ea typeface="Arial"/>
                <a:cs typeface="Arial"/>
                <a:sym typeface="Arial"/>
              </a:rPr>
              <a:t>In humans it is the core body temperature which is maintained by homeostasis.</a:t>
            </a:r>
            <a:endParaRPr/>
          </a:p>
          <a:p>
            <a:pPr indent="-273050" lvl="0" marL="273050" marR="0" rtl="0" algn="l">
              <a:lnSpc>
                <a:spcPct val="100000"/>
              </a:lnSpc>
              <a:spcBef>
                <a:spcPts val="480"/>
              </a:spcBef>
              <a:spcAft>
                <a:spcPts val="0"/>
              </a:spcAft>
              <a:buClr>
                <a:srgbClr val="0000FF"/>
              </a:buClr>
              <a:buSzPts val="2400"/>
              <a:buFont typeface="Times New Roman"/>
              <a:buNone/>
            </a:pPr>
            <a:r>
              <a:rPr b="0" i="0" lang="en-US" sz="2400" u="none" cap="none" strike="noStrike">
                <a:solidFill>
                  <a:srgbClr val="0000FF"/>
                </a:solidFill>
                <a:latin typeface="Times New Roman"/>
                <a:ea typeface="Times New Roman"/>
                <a:cs typeface="Times New Roman"/>
                <a:sym typeface="Times New Roman"/>
              </a:rPr>
              <a:t>Variations in Core Temp</a:t>
            </a:r>
            <a:endParaRPr/>
          </a:p>
          <a:p>
            <a:pPr indent="-273050" lvl="0" marL="273050" marR="0" rtl="0" algn="l">
              <a:lnSpc>
                <a:spcPct val="100000"/>
              </a:lnSpc>
              <a:spcBef>
                <a:spcPts val="480"/>
              </a:spcBef>
              <a:spcAft>
                <a:spcPts val="0"/>
              </a:spcAft>
              <a:buClr>
                <a:schemeClr val="hlink"/>
              </a:buClr>
              <a:buSzPts val="1440"/>
              <a:buFont typeface="Noto Sans Symbols"/>
              <a:buChar char="■"/>
            </a:pPr>
            <a:r>
              <a:rPr b="0" i="0" lang="en-US" sz="2400" u="none" cap="none" strike="noStrike">
                <a:solidFill>
                  <a:srgbClr val="0000FF"/>
                </a:solidFill>
                <a:latin typeface="Times New Roman"/>
                <a:ea typeface="Times New Roman"/>
                <a:cs typeface="Times New Roman"/>
                <a:sym typeface="Times New Roman"/>
              </a:rPr>
              <a:t> There are several reasons for normal variations in core temperature.</a:t>
            </a:r>
            <a:endParaRPr/>
          </a:p>
          <a:p>
            <a:pPr indent="-273050" lvl="0" marL="273050" marR="0" rtl="0" algn="l">
              <a:lnSpc>
                <a:spcPct val="100000"/>
              </a:lnSpc>
              <a:spcBef>
                <a:spcPts val="480"/>
              </a:spcBef>
              <a:spcAft>
                <a:spcPts val="0"/>
              </a:spcAft>
              <a:buClr>
                <a:schemeClr val="hlink"/>
              </a:buClr>
              <a:buSzPts val="1440"/>
              <a:buFont typeface="Noto Sans Symbols"/>
              <a:buChar char="■"/>
            </a:pPr>
            <a:r>
              <a:rPr b="0" i="0" lang="en-US" sz="2400" u="none" cap="none" strike="noStrike">
                <a:solidFill>
                  <a:srgbClr val="0000FF"/>
                </a:solidFill>
                <a:latin typeface="Times New Roman"/>
                <a:ea typeface="Times New Roman"/>
                <a:cs typeface="Times New Roman"/>
                <a:sym typeface="Times New Roman"/>
              </a:rPr>
              <a:t> It increases during exercise and during digestion and absorption of food due to heat production.</a:t>
            </a:r>
            <a:endParaRPr/>
          </a:p>
          <a:p>
            <a:pPr indent="0" lvl="0" marL="0" marR="0" rtl="0" algn="l">
              <a:lnSpc>
                <a:spcPct val="100000"/>
              </a:lnSpc>
              <a:spcBef>
                <a:spcPts val="0"/>
              </a:spcBef>
              <a:spcAft>
                <a:spcPts val="0"/>
              </a:spcAft>
              <a:buNone/>
            </a:pPr>
            <a:r>
              <a:t/>
            </a:r>
            <a:endParaRPr b="0" i="0" sz="2400" u="none">
              <a:solidFill>
                <a:srgbClr val="0000FF"/>
              </a:solidFill>
              <a:latin typeface="Times New Roman"/>
              <a:ea typeface="Times New Roman"/>
              <a:cs typeface="Times New Roman"/>
              <a:sym typeface="Times New Roman"/>
            </a:endParaRPr>
          </a:p>
        </p:txBody>
      </p:sp>
      <p:pic>
        <p:nvPicPr>
          <p:cNvPr descr="figure17a" id="231" name="Google Shape;231;p34"/>
          <p:cNvPicPr preferRelativeResize="0"/>
          <p:nvPr/>
        </p:nvPicPr>
        <p:blipFill rotWithShape="1">
          <a:blip r:embed="rId3">
            <a:alphaModFix/>
          </a:blip>
          <a:srcRect b="0" l="0" r="0" t="0"/>
          <a:stretch/>
        </p:blipFill>
        <p:spPr>
          <a:xfrm>
            <a:off x="4800600" y="1524000"/>
            <a:ext cx="5486400" cy="5181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
                                        </p:tgtEl>
                                        <p:attrNameLst>
                                          <p:attrName>style.visibility</p:attrName>
                                        </p:attrNameLst>
                                      </p:cBhvr>
                                      <p:to>
                                        <p:strVal val="visible"/>
                                      </p:to>
                                    </p:set>
                                    <p:animEffect filter="fade" transition="in">
                                      <p:cBhvr>
                                        <p:cTn dur="500"/>
                                        <p:tgtEl>
                                          <p:spTgt spid="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0" st="0"/>
                                            </p:txEl>
                                          </p:spTgt>
                                        </p:tgtEl>
                                        <p:attrNameLst>
                                          <p:attrName>style.visibility</p:attrName>
                                        </p:attrNameLst>
                                      </p:cBhvr>
                                      <p:to>
                                        <p:strVal val="visible"/>
                                      </p:to>
                                    </p:set>
                                    <p:animEffect filter="fade" transition="in">
                                      <p:cBhvr>
                                        <p:cTn dur="500"/>
                                        <p:tgtEl>
                                          <p:spTgt spid="23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1" st="1"/>
                                            </p:txEl>
                                          </p:spTgt>
                                        </p:tgtEl>
                                        <p:attrNameLst>
                                          <p:attrName>style.visibility</p:attrName>
                                        </p:attrNameLst>
                                      </p:cBhvr>
                                      <p:to>
                                        <p:strVal val="visible"/>
                                      </p:to>
                                    </p:set>
                                    <p:animEffect filter="fade" transition="in">
                                      <p:cBhvr>
                                        <p:cTn dur="500"/>
                                        <p:tgtEl>
                                          <p:spTgt spid="23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2" st="2"/>
                                            </p:txEl>
                                          </p:spTgt>
                                        </p:tgtEl>
                                        <p:attrNameLst>
                                          <p:attrName>style.visibility</p:attrName>
                                        </p:attrNameLst>
                                      </p:cBhvr>
                                      <p:to>
                                        <p:strVal val="visible"/>
                                      </p:to>
                                    </p:set>
                                    <p:animEffect filter="fade" transition="in">
                                      <p:cBhvr>
                                        <p:cTn dur="500"/>
                                        <p:tgtEl>
                                          <p:spTgt spid="23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3" st="3"/>
                                            </p:txEl>
                                          </p:spTgt>
                                        </p:tgtEl>
                                        <p:attrNameLst>
                                          <p:attrName>style.visibility</p:attrName>
                                        </p:attrNameLst>
                                      </p:cBhvr>
                                      <p:to>
                                        <p:strVal val="visible"/>
                                      </p:to>
                                    </p:set>
                                    <p:animEffect filter="fade" transition="in">
                                      <p:cBhvr>
                                        <p:cTn dur="500"/>
                                        <p:tgtEl>
                                          <p:spTgt spid="230">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
                                            <p:txEl>
                                              <p:pRg end="4" st="4"/>
                                            </p:txEl>
                                          </p:spTgt>
                                        </p:tgtEl>
                                        <p:attrNameLst>
                                          <p:attrName>style.visibility</p:attrName>
                                        </p:attrNameLst>
                                      </p:cBhvr>
                                      <p:to>
                                        <p:strVal val="visible"/>
                                      </p:to>
                                    </p:set>
                                    <p:animEffect filter="fade" transition="in">
                                      <p:cBhvr>
                                        <p:cTn dur="500"/>
                                        <p:tgtEl>
                                          <p:spTgt spid="230">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35"/>
          <p:cNvSpPr txBox="1"/>
          <p:nvPr/>
        </p:nvSpPr>
        <p:spPr>
          <a:xfrm>
            <a:off x="428625" y="609600"/>
            <a:ext cx="9258300" cy="1143000"/>
          </a:xfrm>
          <a:prstGeom prst="rect">
            <a:avLst/>
          </a:prstGeom>
          <a:noFill/>
          <a:ln>
            <a:noFill/>
          </a:ln>
        </p:spPr>
        <p:txBody>
          <a:bodyPr anchorCtr="0" anchor="b" bIns="0" lIns="0" spcFirstLastPara="1" rIns="0" wrap="square" tIns="45700">
            <a:noAutofit/>
          </a:bodyPr>
          <a:lstStyle/>
          <a:p>
            <a:pPr indent="0" lvl="0" marL="0" marR="0" rtl="0" algn="ctr">
              <a:lnSpc>
                <a:spcPct val="100000"/>
              </a:lnSpc>
              <a:spcBef>
                <a:spcPts val="0"/>
              </a:spcBef>
              <a:spcAft>
                <a:spcPts val="0"/>
              </a:spcAft>
              <a:buClr>
                <a:srgbClr val="0000FF"/>
              </a:buClr>
              <a:buSzPts val="3500"/>
              <a:buFont typeface="Times New Roman"/>
              <a:buNone/>
            </a:pPr>
            <a:r>
              <a:rPr b="1" i="0" lang="en-US" sz="3500" u="none">
                <a:solidFill>
                  <a:srgbClr val="0000FF"/>
                </a:solidFill>
                <a:latin typeface="Times New Roman"/>
                <a:ea typeface="Times New Roman"/>
                <a:cs typeface="Times New Roman"/>
                <a:sym typeface="Times New Roman"/>
              </a:rPr>
              <a:t>The hypothalamus contains</a:t>
            </a:r>
            <a:br>
              <a:rPr b="1" i="0" lang="en-US" sz="3500" u="none">
                <a:solidFill>
                  <a:srgbClr val="0000FF"/>
                </a:solidFill>
                <a:latin typeface="Times New Roman"/>
                <a:ea typeface="Times New Roman"/>
                <a:cs typeface="Times New Roman"/>
                <a:sym typeface="Times New Roman"/>
              </a:rPr>
            </a:br>
            <a:r>
              <a:rPr b="1" i="0" lang="en-US" sz="3500" u="none">
                <a:solidFill>
                  <a:srgbClr val="0000FF"/>
                </a:solidFill>
                <a:latin typeface="Times New Roman"/>
                <a:ea typeface="Times New Roman"/>
                <a:cs typeface="Times New Roman"/>
                <a:sym typeface="Times New Roman"/>
              </a:rPr>
              <a:t>a central heat control center.</a:t>
            </a:r>
            <a:br>
              <a:rPr b="1" i="0" lang="en-US" sz="3500" u="none">
                <a:solidFill>
                  <a:srgbClr val="0000FF"/>
                </a:solidFill>
                <a:latin typeface="Times New Roman"/>
                <a:ea typeface="Times New Roman"/>
                <a:cs typeface="Times New Roman"/>
                <a:sym typeface="Times New Roman"/>
              </a:rPr>
            </a:br>
            <a:endParaRPr/>
          </a:p>
        </p:txBody>
      </p:sp>
      <p:sp>
        <p:nvSpPr>
          <p:cNvPr id="237" name="Google Shape;237;p35"/>
          <p:cNvSpPr txBox="1"/>
          <p:nvPr/>
        </p:nvSpPr>
        <p:spPr>
          <a:xfrm>
            <a:off x="514350" y="1828800"/>
            <a:ext cx="9258300" cy="38862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hlink"/>
              </a:buClr>
              <a:buSzPts val="1980"/>
              <a:buFont typeface="Noto Sans Symbols"/>
              <a:buChar char="■"/>
            </a:pPr>
            <a:r>
              <a:rPr b="0" i="0" lang="en-US" sz="3300" u="none">
                <a:solidFill>
                  <a:srgbClr val="000000"/>
                </a:solidFill>
                <a:latin typeface="Times New Roman"/>
                <a:ea typeface="Times New Roman"/>
                <a:cs typeface="Times New Roman"/>
                <a:sym typeface="Times New Roman"/>
              </a:rPr>
              <a:t>An area in the Hypothalamus called “</a:t>
            </a:r>
            <a:r>
              <a:rPr b="0" i="0" lang="en-US" sz="3300" u="none">
                <a:solidFill>
                  <a:srgbClr val="FF3300"/>
                </a:solidFill>
                <a:latin typeface="Times New Roman"/>
                <a:ea typeface="Times New Roman"/>
                <a:cs typeface="Times New Roman"/>
                <a:sym typeface="Times New Roman"/>
              </a:rPr>
              <a:t>The Thermo-regulatory Center (TRC)”</a:t>
            </a:r>
            <a:r>
              <a:rPr b="0" i="0" lang="en-US" sz="3300" u="none">
                <a:solidFill>
                  <a:srgbClr val="000000"/>
                </a:solidFill>
                <a:latin typeface="Times New Roman"/>
                <a:ea typeface="Times New Roman"/>
                <a:cs typeface="Times New Roman"/>
                <a:sym typeface="Times New Roman"/>
              </a:rPr>
              <a:t> has the responsibility of maintaining the body’s core temperature.</a:t>
            </a:r>
            <a:endParaRPr/>
          </a:p>
          <a:p>
            <a:pPr indent="-273050" lvl="0" marL="273050" marR="0" rtl="0" algn="l">
              <a:lnSpc>
                <a:spcPct val="100000"/>
              </a:lnSpc>
              <a:spcBef>
                <a:spcPts val="660"/>
              </a:spcBef>
              <a:spcAft>
                <a:spcPts val="0"/>
              </a:spcAft>
              <a:buClr>
                <a:schemeClr val="hlink"/>
              </a:buClr>
              <a:buSzPts val="1980"/>
              <a:buFont typeface="Noto Sans Symbols"/>
              <a:buChar char="■"/>
            </a:pPr>
            <a:r>
              <a:rPr b="0" i="0" lang="en-US" sz="3300" u="none">
                <a:solidFill>
                  <a:srgbClr val="000000"/>
                </a:solidFill>
                <a:latin typeface="Times New Roman"/>
                <a:ea typeface="Times New Roman"/>
                <a:cs typeface="Times New Roman"/>
                <a:sym typeface="Times New Roman"/>
              </a:rPr>
              <a:t>It can respond to extremely small changes in blood temperature.</a:t>
            </a:r>
            <a:endParaRPr/>
          </a:p>
          <a:p>
            <a:pPr indent="-273050" lvl="0" marL="273050" marR="0" rtl="0" algn="l">
              <a:lnSpc>
                <a:spcPct val="100000"/>
              </a:lnSpc>
              <a:spcBef>
                <a:spcPts val="660"/>
              </a:spcBef>
              <a:spcAft>
                <a:spcPts val="0"/>
              </a:spcAft>
              <a:buClr>
                <a:schemeClr val="hlink"/>
              </a:buClr>
              <a:buSzPts val="1980"/>
              <a:buFont typeface="Noto Sans Symbols"/>
              <a:buChar char="■"/>
            </a:pPr>
            <a:r>
              <a:rPr b="0" i="0" lang="en-US" sz="3300" u="none">
                <a:solidFill>
                  <a:srgbClr val="000000"/>
                </a:solidFill>
                <a:latin typeface="Times New Roman"/>
                <a:ea typeface="Times New Roman"/>
                <a:cs typeface="Times New Roman"/>
                <a:sym typeface="Times New Roman"/>
              </a:rPr>
              <a:t>The TRC is the body’s thermostat.</a:t>
            </a:r>
            <a:endParaRPr/>
          </a:p>
          <a:p>
            <a:pPr indent="0" lvl="0" marL="0" marR="0" rtl="0" algn="l">
              <a:lnSpc>
                <a:spcPct val="100000"/>
              </a:lnSpc>
              <a:spcBef>
                <a:spcPts val="0"/>
              </a:spcBef>
              <a:spcAft>
                <a:spcPts val="0"/>
              </a:spcAft>
              <a:buNone/>
            </a:pPr>
            <a:r>
              <a:t/>
            </a:r>
            <a:endParaRPr b="0" i="0" sz="3300" u="none">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0" st="0"/>
                                            </p:txEl>
                                          </p:spTgt>
                                        </p:tgtEl>
                                        <p:attrNameLst>
                                          <p:attrName>style.visibility</p:attrName>
                                        </p:attrNameLst>
                                      </p:cBhvr>
                                      <p:to>
                                        <p:strVal val="visible"/>
                                      </p:to>
                                    </p:set>
                                    <p:animEffect filter="fade" transition="in">
                                      <p:cBhvr>
                                        <p:cTn dur="1000"/>
                                        <p:tgtEl>
                                          <p:spTgt spid="23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1" st="1"/>
                                            </p:txEl>
                                          </p:spTgt>
                                        </p:tgtEl>
                                        <p:attrNameLst>
                                          <p:attrName>style.visibility</p:attrName>
                                        </p:attrNameLst>
                                      </p:cBhvr>
                                      <p:to>
                                        <p:strVal val="visible"/>
                                      </p:to>
                                    </p:set>
                                    <p:animEffect filter="fade" transition="in">
                                      <p:cBhvr>
                                        <p:cTn dur="1000"/>
                                        <p:tgtEl>
                                          <p:spTgt spid="23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2" st="2"/>
                                            </p:txEl>
                                          </p:spTgt>
                                        </p:tgtEl>
                                        <p:attrNameLst>
                                          <p:attrName>style.visibility</p:attrName>
                                        </p:attrNameLst>
                                      </p:cBhvr>
                                      <p:to>
                                        <p:strVal val="visible"/>
                                      </p:to>
                                    </p:set>
                                    <p:animEffect filter="fade" transition="in">
                                      <p:cBhvr>
                                        <p:cTn dur="1000"/>
                                        <p:tgtEl>
                                          <p:spTgt spid="23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7">
                                            <p:txEl>
                                              <p:pRg end="3" st="3"/>
                                            </p:txEl>
                                          </p:spTgt>
                                        </p:tgtEl>
                                        <p:attrNameLst>
                                          <p:attrName>style.visibility</p:attrName>
                                        </p:attrNameLst>
                                      </p:cBhvr>
                                      <p:to>
                                        <p:strVal val="visible"/>
                                      </p:to>
                                    </p:set>
                                    <p:animEffect filter="fade" transition="in">
                                      <p:cBhvr>
                                        <p:cTn dur="1000"/>
                                        <p:tgtEl>
                                          <p:spTgt spid="237">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nvSpPr>
        <p:spPr>
          <a:xfrm>
            <a:off x="723900" y="1447800"/>
            <a:ext cx="9144000" cy="5105400"/>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333333"/>
              </a:buClr>
              <a:buSzPts val="2800"/>
              <a:buFont typeface="Arial"/>
              <a:buChar char="•"/>
            </a:pPr>
            <a:r>
              <a:rPr b="0" i="0" lang="en-US" sz="2800" u="none">
                <a:solidFill>
                  <a:srgbClr val="333333"/>
                </a:solidFill>
                <a:latin typeface="Arial"/>
                <a:ea typeface="Arial"/>
                <a:cs typeface="Arial"/>
                <a:sym typeface="Arial"/>
              </a:rPr>
              <a:t>A region of the brain, between the thalamus and the midbrain, that functions as the main control center for the </a:t>
            </a:r>
            <a:r>
              <a:rPr b="0" i="0" lang="en-US" sz="2800" u="none">
                <a:solidFill>
                  <a:srgbClr val="FF3300"/>
                </a:solidFill>
                <a:latin typeface="Arial"/>
                <a:ea typeface="Arial"/>
                <a:cs typeface="Arial"/>
                <a:sym typeface="Arial"/>
              </a:rPr>
              <a:t>autonomic nervous system</a:t>
            </a:r>
            <a:r>
              <a:rPr b="0" i="0" lang="en-US" sz="2800" u="none">
                <a:solidFill>
                  <a:srgbClr val="333333"/>
                </a:solidFill>
                <a:latin typeface="Arial"/>
                <a:ea typeface="Arial"/>
                <a:cs typeface="Arial"/>
                <a:sym typeface="Arial"/>
              </a:rPr>
              <a:t> by regulating sleep cycles, body temperature, appetite, etc., and that acts as an endocrine gland by producing neurohormones, including the releasing factors that control the hormonal secretions of the pituitary gland. </a:t>
            </a:r>
            <a:endParaRPr/>
          </a:p>
          <a:p>
            <a:pPr indent="-254000" lvl="0" marL="457200" marR="0" rtl="0" algn="l">
              <a:lnSpc>
                <a:spcPct val="100000"/>
              </a:lnSpc>
              <a:spcBef>
                <a:spcPts val="0"/>
              </a:spcBef>
              <a:spcAft>
                <a:spcPts val="0"/>
              </a:spcAft>
              <a:buClr>
                <a:schemeClr val="dk1"/>
              </a:buClr>
              <a:buSzPts val="3200"/>
              <a:buFont typeface="Times New Roman"/>
              <a:buNone/>
            </a:pPr>
            <a:r>
              <a:t/>
            </a:r>
            <a:endParaRPr b="0" i="0" sz="3200" u="none">
              <a:solidFill>
                <a:srgbClr val="FF3300"/>
              </a:solidFill>
              <a:latin typeface="Arial"/>
              <a:ea typeface="Arial"/>
              <a:cs typeface="Arial"/>
              <a:sym typeface="Arial"/>
            </a:endParaRPr>
          </a:p>
          <a:p>
            <a:pPr indent="-457200" lvl="0" marL="457200" marR="0" rtl="0" algn="l">
              <a:lnSpc>
                <a:spcPct val="100000"/>
              </a:lnSpc>
              <a:spcBef>
                <a:spcPts val="0"/>
              </a:spcBef>
              <a:spcAft>
                <a:spcPts val="0"/>
              </a:spcAft>
              <a:buClr>
                <a:srgbClr val="FF3300"/>
              </a:buClr>
              <a:buSzPts val="2800"/>
              <a:buFont typeface="Arial"/>
              <a:buChar char="•"/>
            </a:pPr>
            <a:r>
              <a:rPr b="0" i="0" lang="en-US" sz="2800" u="none">
                <a:solidFill>
                  <a:srgbClr val="FF3300"/>
                </a:solidFill>
                <a:latin typeface="Arial"/>
                <a:ea typeface="Arial"/>
                <a:cs typeface="Arial"/>
                <a:sym typeface="Arial"/>
              </a:rPr>
              <a:t>Anterior Region</a:t>
            </a:r>
            <a:r>
              <a:rPr b="0" i="0" lang="en-US" sz="2800" u="none">
                <a:solidFill>
                  <a:srgbClr val="333333"/>
                </a:solidFill>
                <a:latin typeface="Arial"/>
                <a:ea typeface="Arial"/>
                <a:cs typeface="Arial"/>
                <a:sym typeface="Arial"/>
              </a:rPr>
              <a:t> in the hypothalamus is responsible for marinating body temperature constant, which is also called </a:t>
            </a:r>
            <a:r>
              <a:rPr b="0" i="0" lang="en-US" sz="2800" u="none">
                <a:solidFill>
                  <a:srgbClr val="FF3300"/>
                </a:solidFill>
                <a:latin typeface="Arial"/>
                <a:ea typeface="Arial"/>
                <a:cs typeface="Arial"/>
                <a:sym typeface="Arial"/>
              </a:rPr>
              <a:t>TRC</a:t>
            </a:r>
            <a:endParaRPr/>
          </a:p>
        </p:txBody>
      </p:sp>
      <p:sp>
        <p:nvSpPr>
          <p:cNvPr id="243" name="Google Shape;243;p36"/>
          <p:cNvSpPr txBox="1"/>
          <p:nvPr/>
        </p:nvSpPr>
        <p:spPr>
          <a:xfrm>
            <a:off x="1028700" y="304800"/>
            <a:ext cx="3694112" cy="76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4400"/>
              <a:buFont typeface="Times New Roman"/>
              <a:buNone/>
            </a:pPr>
            <a:r>
              <a:rPr b="1" i="0" lang="en-US" sz="4400" u="none">
                <a:solidFill>
                  <a:srgbClr val="0000FF"/>
                </a:solidFill>
                <a:latin typeface="Times New Roman"/>
                <a:ea typeface="Times New Roman"/>
                <a:cs typeface="Times New Roman"/>
                <a:sym typeface="Times New Roman"/>
              </a:rPr>
              <a:t>Hypothalamus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7"/>
          <p:cNvSpPr txBox="1"/>
          <p:nvPr/>
        </p:nvSpPr>
        <p:spPr>
          <a:xfrm>
            <a:off x="514350" y="152400"/>
            <a:ext cx="9258300" cy="685800"/>
          </a:xfrm>
          <a:prstGeom prst="rect">
            <a:avLst/>
          </a:prstGeom>
          <a:noFill/>
          <a:ln>
            <a:noFill/>
          </a:ln>
        </p:spPr>
        <p:txBody>
          <a:bodyPr anchorCtr="0" anchor="b" bIns="0" lIns="0" spcFirstLastPara="1" rIns="0" wrap="square" tIns="45700">
            <a:noAutofit/>
          </a:bodyPr>
          <a:lstStyle/>
          <a:p>
            <a:pPr indent="0" lvl="0" marL="0" marR="0" rtl="0" algn="ctr">
              <a:lnSpc>
                <a:spcPct val="100000"/>
              </a:lnSpc>
              <a:spcBef>
                <a:spcPts val="0"/>
              </a:spcBef>
              <a:spcAft>
                <a:spcPts val="0"/>
              </a:spcAft>
              <a:buClr>
                <a:srgbClr val="0000FF"/>
              </a:buClr>
              <a:buSzPts val="4300"/>
              <a:buFont typeface="Tahoma"/>
              <a:buNone/>
            </a:pPr>
            <a:r>
              <a:rPr b="1" i="0" lang="en-US" sz="4300" u="none">
                <a:solidFill>
                  <a:srgbClr val="0000FF"/>
                </a:solidFill>
                <a:latin typeface="Tahoma"/>
                <a:ea typeface="Tahoma"/>
                <a:cs typeface="Tahoma"/>
                <a:sym typeface="Tahoma"/>
              </a:rPr>
              <a:t>Hypothalamus</a:t>
            </a:r>
            <a:endParaRPr/>
          </a:p>
        </p:txBody>
      </p:sp>
      <p:pic>
        <p:nvPicPr>
          <p:cNvPr descr="http://www.colorado.edu/epob/epob1220lynch/image/figure3d.jpg" id="249" name="Google Shape;249;p37"/>
          <p:cNvPicPr preferRelativeResize="0"/>
          <p:nvPr/>
        </p:nvPicPr>
        <p:blipFill rotWithShape="1">
          <a:blip r:embed="rId3">
            <a:alphaModFix/>
          </a:blip>
          <a:srcRect b="0" l="0" r="0" t="0"/>
          <a:stretch/>
        </p:blipFill>
        <p:spPr>
          <a:xfrm>
            <a:off x="1285875" y="1676400"/>
            <a:ext cx="7715250" cy="5105400"/>
          </a:xfrm>
          <a:prstGeom prst="rect">
            <a:avLst/>
          </a:prstGeom>
          <a:noFill/>
          <a:ln>
            <a:noFill/>
          </a:ln>
        </p:spPr>
      </p:pic>
      <p:sp>
        <p:nvSpPr>
          <p:cNvPr id="250" name="Google Shape;250;p37"/>
          <p:cNvSpPr txBox="1"/>
          <p:nvPr/>
        </p:nvSpPr>
        <p:spPr>
          <a:xfrm>
            <a:off x="723900" y="914400"/>
            <a:ext cx="9067800" cy="8223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FF3300"/>
              </a:buClr>
              <a:buSzPts val="2400"/>
              <a:buFont typeface="Times New Roman"/>
              <a:buNone/>
            </a:pPr>
            <a:r>
              <a:rPr b="0" i="0" lang="en-US" sz="2400" u="none">
                <a:solidFill>
                  <a:srgbClr val="FF3300"/>
                </a:solidFill>
                <a:latin typeface="Times New Roman"/>
                <a:ea typeface="Times New Roman"/>
                <a:cs typeface="Times New Roman"/>
                <a:sym typeface="Times New Roman"/>
              </a:rPr>
              <a:t>Different areas in the Hypothalamus responsible for different autonomic functions: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nvSpPr>
        <p:spPr>
          <a:xfrm>
            <a:off x="342900" y="304800"/>
            <a:ext cx="9258300" cy="1143000"/>
          </a:xfrm>
          <a:prstGeom prst="rect">
            <a:avLst/>
          </a:prstGeom>
          <a:noFill/>
          <a:ln>
            <a:noFill/>
          </a:ln>
        </p:spPr>
        <p:txBody>
          <a:bodyPr anchorCtr="0" anchor="b" bIns="0" lIns="0" spcFirstLastPara="1" rIns="0" wrap="square" tIns="45700">
            <a:noAutofit/>
          </a:bodyPr>
          <a:lstStyle/>
          <a:p>
            <a:pPr indent="0" lvl="0" marL="0" marR="0" rtl="0" algn="ctr">
              <a:lnSpc>
                <a:spcPct val="100000"/>
              </a:lnSpc>
              <a:spcBef>
                <a:spcPts val="0"/>
              </a:spcBef>
              <a:spcAft>
                <a:spcPts val="0"/>
              </a:spcAft>
              <a:buClr>
                <a:srgbClr val="0000FF"/>
              </a:buClr>
              <a:buSzPts val="3500"/>
              <a:buFont typeface="Tahoma"/>
              <a:buNone/>
            </a:pPr>
            <a:r>
              <a:rPr b="1" i="0" lang="en-US" sz="3500" u="none">
                <a:solidFill>
                  <a:srgbClr val="0000FF"/>
                </a:solidFill>
                <a:latin typeface="Tahoma"/>
                <a:ea typeface="Tahoma"/>
                <a:cs typeface="Tahoma"/>
                <a:sym typeface="Tahoma"/>
              </a:rPr>
              <a:t>Overview: Temperature Regulation</a:t>
            </a:r>
            <a:br>
              <a:rPr b="1" i="1" lang="en-US" sz="3500" u="none">
                <a:solidFill>
                  <a:srgbClr val="0000FF"/>
                </a:solidFill>
                <a:latin typeface="Tahoma"/>
                <a:ea typeface="Tahoma"/>
                <a:cs typeface="Tahoma"/>
                <a:sym typeface="Tahoma"/>
              </a:rPr>
            </a:br>
            <a:endParaRPr/>
          </a:p>
        </p:txBody>
      </p:sp>
      <p:pic>
        <p:nvPicPr>
          <p:cNvPr descr="http://dtc.pima.edu/biology/201/L1/Homeostasis.jpg" id="256" name="Google Shape;256;p38"/>
          <p:cNvPicPr preferRelativeResize="0"/>
          <p:nvPr/>
        </p:nvPicPr>
        <p:blipFill rotWithShape="1">
          <a:blip r:embed="rId3">
            <a:alphaModFix/>
          </a:blip>
          <a:srcRect b="13409" l="1802" r="30459" t="1260"/>
          <a:stretch/>
        </p:blipFill>
        <p:spPr>
          <a:xfrm>
            <a:off x="600075" y="1066800"/>
            <a:ext cx="6257925" cy="4813300"/>
          </a:xfrm>
          <a:prstGeom prst="rect">
            <a:avLst/>
          </a:prstGeom>
          <a:noFill/>
          <a:ln>
            <a:noFill/>
          </a:ln>
        </p:spPr>
      </p:pic>
      <p:sp>
        <p:nvSpPr>
          <p:cNvPr id="257" name="Google Shape;257;p38"/>
          <p:cNvSpPr txBox="1"/>
          <p:nvPr/>
        </p:nvSpPr>
        <p:spPr>
          <a:xfrm>
            <a:off x="1371600" y="5867400"/>
            <a:ext cx="60007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Constantia"/>
              <a:buNone/>
            </a:pPr>
            <a:r>
              <a:rPr b="1" i="0" lang="en-US" sz="3600" u="none">
                <a:solidFill>
                  <a:srgbClr val="000000"/>
                </a:solidFill>
                <a:latin typeface="Constantia"/>
                <a:ea typeface="Constantia"/>
                <a:cs typeface="Constantia"/>
                <a:sym typeface="Constantia"/>
              </a:rPr>
              <a:t>Cyclic</a:t>
            </a:r>
            <a:r>
              <a:rPr b="1" i="0" lang="en-US" sz="3200" u="none">
                <a:solidFill>
                  <a:srgbClr val="000000"/>
                </a:solidFill>
                <a:latin typeface="Constantia"/>
                <a:ea typeface="Constantia"/>
                <a:cs typeface="Constantia"/>
                <a:sym typeface="Constantia"/>
              </a:rPr>
              <a:t> representation</a:t>
            </a:r>
            <a:endParaRPr/>
          </a:p>
        </p:txBody>
      </p:sp>
      <p:pic>
        <p:nvPicPr>
          <p:cNvPr descr="C:\Documents and Settings\rotherym.007\Desktop\1.png" id="258" name="Google Shape;258;p38"/>
          <p:cNvPicPr preferRelativeResize="0"/>
          <p:nvPr/>
        </p:nvPicPr>
        <p:blipFill rotWithShape="1">
          <a:blip r:embed="rId4">
            <a:alphaModFix/>
          </a:blip>
          <a:srcRect b="0" l="0" r="0" t="0"/>
          <a:stretch/>
        </p:blipFill>
        <p:spPr>
          <a:xfrm>
            <a:off x="7458075" y="2743200"/>
            <a:ext cx="2828925" cy="3276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2000"/>
                                        <p:tgtEl>
                                          <p:spTgt spid="2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9"/>
          <p:cNvSpPr txBox="1"/>
          <p:nvPr/>
        </p:nvSpPr>
        <p:spPr>
          <a:xfrm>
            <a:off x="342900" y="304800"/>
            <a:ext cx="9258300" cy="1143000"/>
          </a:xfrm>
          <a:prstGeom prst="rect">
            <a:avLst/>
          </a:prstGeom>
          <a:noFill/>
          <a:ln>
            <a:noFill/>
          </a:ln>
        </p:spPr>
        <p:txBody>
          <a:bodyPr anchorCtr="0" anchor="b" bIns="0" lIns="0" spcFirstLastPara="1" rIns="0" wrap="square" tIns="45700">
            <a:noAutofit/>
          </a:bodyPr>
          <a:lstStyle/>
          <a:p>
            <a:pPr indent="0" lvl="0" marL="0" marR="0" rtl="0" algn="ctr">
              <a:lnSpc>
                <a:spcPct val="100000"/>
              </a:lnSpc>
              <a:spcBef>
                <a:spcPts val="0"/>
              </a:spcBef>
              <a:spcAft>
                <a:spcPts val="0"/>
              </a:spcAft>
              <a:buClr>
                <a:srgbClr val="0000FF"/>
              </a:buClr>
              <a:buSzPts val="3500"/>
              <a:buFont typeface="Tahoma"/>
              <a:buNone/>
            </a:pPr>
            <a:r>
              <a:rPr b="1" i="0" lang="en-US" sz="3500" u="none">
                <a:solidFill>
                  <a:srgbClr val="0000FF"/>
                </a:solidFill>
                <a:latin typeface="Tahoma"/>
                <a:ea typeface="Tahoma"/>
                <a:cs typeface="Tahoma"/>
                <a:sym typeface="Tahoma"/>
              </a:rPr>
              <a:t>Overview: Temperature Regulation</a:t>
            </a:r>
            <a:br>
              <a:rPr b="1" i="1" lang="en-US" sz="3500" u="none">
                <a:solidFill>
                  <a:srgbClr val="0000FF"/>
                </a:solidFill>
                <a:latin typeface="Tahoma"/>
                <a:ea typeface="Tahoma"/>
                <a:cs typeface="Tahoma"/>
                <a:sym typeface="Tahoma"/>
              </a:rPr>
            </a:br>
            <a:endParaRPr/>
          </a:p>
        </p:txBody>
      </p:sp>
      <p:pic>
        <p:nvPicPr>
          <p:cNvPr descr="http://faculty.etsu.edu/currie/images/homeostasis1.JPG" id="264" name="Google Shape;264;p39"/>
          <p:cNvPicPr preferRelativeResize="0"/>
          <p:nvPr/>
        </p:nvPicPr>
        <p:blipFill rotWithShape="1">
          <a:blip r:embed="rId3">
            <a:alphaModFix/>
          </a:blip>
          <a:srcRect b="0" l="0" r="0" t="0"/>
          <a:stretch/>
        </p:blipFill>
        <p:spPr>
          <a:xfrm>
            <a:off x="514350" y="1876425"/>
            <a:ext cx="9172575" cy="3152775"/>
          </a:xfrm>
          <a:prstGeom prst="rect">
            <a:avLst/>
          </a:prstGeom>
          <a:noFill/>
          <a:ln>
            <a:noFill/>
          </a:ln>
        </p:spPr>
      </p:pic>
      <p:sp>
        <p:nvSpPr>
          <p:cNvPr id="265" name="Google Shape;265;p39"/>
          <p:cNvSpPr txBox="1"/>
          <p:nvPr/>
        </p:nvSpPr>
        <p:spPr>
          <a:xfrm>
            <a:off x="1885950" y="5715000"/>
            <a:ext cx="6000750" cy="6413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3600"/>
              <a:buFont typeface="Constantia"/>
              <a:buNone/>
            </a:pPr>
            <a:r>
              <a:rPr b="1" i="0" lang="en-US" sz="3600" u="none">
                <a:solidFill>
                  <a:srgbClr val="000000"/>
                </a:solidFill>
                <a:latin typeface="Constantia"/>
                <a:ea typeface="Constantia"/>
                <a:cs typeface="Constantia"/>
                <a:sym typeface="Constantia"/>
              </a:rPr>
              <a:t>Linear representation</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nvSpPr>
        <p:spPr>
          <a:xfrm>
            <a:off x="428625" y="304800"/>
            <a:ext cx="9258300" cy="1143000"/>
          </a:xfrm>
          <a:prstGeom prst="rect">
            <a:avLst/>
          </a:prstGeom>
          <a:noFill/>
          <a:ln>
            <a:noFill/>
          </a:ln>
        </p:spPr>
        <p:txBody>
          <a:bodyPr anchorCtr="0" anchor="b" bIns="0" lIns="0" spcFirstLastPara="1" rIns="0" wrap="square" tIns="45700">
            <a:noAutofit/>
          </a:bodyPr>
          <a:lstStyle/>
          <a:p>
            <a:pPr indent="0" lvl="0" marL="0" marR="0" rtl="0" algn="ctr">
              <a:lnSpc>
                <a:spcPct val="100000"/>
              </a:lnSpc>
              <a:spcBef>
                <a:spcPts val="0"/>
              </a:spcBef>
              <a:spcAft>
                <a:spcPts val="0"/>
              </a:spcAft>
              <a:buClr>
                <a:srgbClr val="0000FF"/>
              </a:buClr>
              <a:buSzPts val="4400"/>
              <a:buFont typeface="Times New Roman"/>
              <a:buNone/>
            </a:pPr>
            <a:r>
              <a:rPr b="1" i="0" lang="en-US" sz="4400" u="none">
                <a:solidFill>
                  <a:srgbClr val="0000FF"/>
                </a:solidFill>
                <a:latin typeface="Times New Roman"/>
                <a:ea typeface="Times New Roman"/>
                <a:cs typeface="Times New Roman"/>
                <a:sym typeface="Times New Roman"/>
              </a:rPr>
              <a:t>How The TRC Works?</a:t>
            </a:r>
            <a:br>
              <a:rPr b="1" i="0" lang="en-US" sz="4400" u="none">
                <a:solidFill>
                  <a:srgbClr val="0000FF"/>
                </a:solidFill>
                <a:latin typeface="Times New Roman"/>
                <a:ea typeface="Times New Roman"/>
                <a:cs typeface="Times New Roman"/>
                <a:sym typeface="Times New Roman"/>
              </a:rPr>
            </a:br>
            <a:endParaRPr/>
          </a:p>
        </p:txBody>
      </p:sp>
      <p:sp>
        <p:nvSpPr>
          <p:cNvPr id="271" name="Google Shape;271;p40"/>
          <p:cNvSpPr txBox="1"/>
          <p:nvPr/>
        </p:nvSpPr>
        <p:spPr>
          <a:xfrm>
            <a:off x="342900" y="1447800"/>
            <a:ext cx="9601200" cy="4389437"/>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00000"/>
              </a:buClr>
              <a:buSzPts val="3200"/>
              <a:buFont typeface="Times New Roman"/>
              <a:buNone/>
            </a:pPr>
            <a:r>
              <a:rPr b="0" i="0" lang="en-US" sz="3200" u="none">
                <a:solidFill>
                  <a:srgbClr val="000000"/>
                </a:solidFill>
                <a:latin typeface="Times New Roman"/>
                <a:ea typeface="Times New Roman"/>
                <a:cs typeface="Times New Roman"/>
                <a:sym typeface="Times New Roman"/>
              </a:rPr>
              <a:t>1. It receives information from the body regarding temperature.</a:t>
            </a:r>
            <a:endParaRPr/>
          </a:p>
          <a:p>
            <a:pPr indent="-273050" lvl="0" marL="273050" marR="0" rtl="0" algn="l">
              <a:lnSpc>
                <a:spcPct val="100000"/>
              </a:lnSpc>
              <a:spcBef>
                <a:spcPts val="640"/>
              </a:spcBef>
              <a:spcAft>
                <a:spcPts val="0"/>
              </a:spcAft>
              <a:buClr>
                <a:srgbClr val="000000"/>
              </a:buClr>
              <a:buSzPts val="3200"/>
              <a:buFont typeface="Times New Roman"/>
              <a:buNone/>
            </a:pPr>
            <a:r>
              <a:rPr b="0" i="0" lang="en-US" sz="3200" u="none">
                <a:solidFill>
                  <a:srgbClr val="000000"/>
                </a:solidFill>
                <a:latin typeface="Times New Roman"/>
                <a:ea typeface="Times New Roman"/>
                <a:cs typeface="Times New Roman"/>
                <a:sym typeface="Times New Roman"/>
              </a:rPr>
              <a:t>2. It sends signals to the body to adjust the temperature to maintain a relatively fixed core temperature.</a:t>
            </a:r>
            <a:endParaRPr/>
          </a:p>
          <a:p>
            <a:pPr indent="-273050" lvl="0" marL="273050" marR="0" rtl="0" algn="l">
              <a:lnSpc>
                <a:spcPct val="100000"/>
              </a:lnSpc>
              <a:spcBef>
                <a:spcPts val="640"/>
              </a:spcBef>
              <a:spcAft>
                <a:spcPts val="0"/>
              </a:spcAft>
              <a:buClr>
                <a:srgbClr val="000000"/>
              </a:buClr>
              <a:buSzPts val="3200"/>
              <a:buFont typeface="Times New Roman"/>
              <a:buNone/>
            </a:pPr>
            <a:r>
              <a:rPr b="0" i="0" lang="en-US" sz="3200" u="none">
                <a:solidFill>
                  <a:srgbClr val="000000"/>
                </a:solidFill>
                <a:latin typeface="Times New Roman"/>
                <a:ea typeface="Times New Roman"/>
                <a:cs typeface="Times New Roman"/>
                <a:sym typeface="Times New Roman"/>
              </a:rPr>
              <a:t>3. The body has two thermo-receptors which signals the TRC when temperature changes.</a:t>
            </a:r>
            <a:endParaRPr/>
          </a:p>
          <a:p>
            <a:pPr indent="-273050" lvl="0" marL="273050" marR="0" rtl="0" algn="l">
              <a:lnSpc>
                <a:spcPct val="100000"/>
              </a:lnSpc>
              <a:spcBef>
                <a:spcPts val="640"/>
              </a:spcBef>
              <a:spcAft>
                <a:spcPts val="0"/>
              </a:spcAft>
              <a:buClr>
                <a:srgbClr val="000000"/>
              </a:buClr>
              <a:buSzPts val="3200"/>
              <a:buFont typeface="Times New Roman"/>
              <a:buNone/>
            </a:pPr>
            <a:r>
              <a:rPr b="0" i="0" lang="en-US" sz="3200" u="none">
                <a:solidFill>
                  <a:srgbClr val="000000"/>
                </a:solidFill>
                <a:latin typeface="Times New Roman"/>
                <a:ea typeface="Times New Roman"/>
                <a:cs typeface="Times New Roman"/>
                <a:sym typeface="Times New Roman"/>
              </a:rPr>
              <a:t>4. The Thermo-Receptors signal the Thermo-regulatory center (TRC).</a:t>
            </a:r>
            <a:endParaRPr/>
          </a:p>
          <a:p>
            <a:pPr indent="0" lvl="0" marL="0" marR="0" rtl="0" algn="l">
              <a:lnSpc>
                <a:spcPct val="100000"/>
              </a:lnSpc>
              <a:spcBef>
                <a:spcPts val="0"/>
              </a:spcBef>
              <a:spcAft>
                <a:spcPts val="0"/>
              </a:spcAft>
              <a:buNone/>
            </a:pPr>
            <a:r>
              <a:t/>
            </a:r>
            <a:endParaRPr b="0" i="0" sz="3200" u="none">
              <a:solidFill>
                <a:srgbClr val="000000"/>
              </a:solidFill>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41"/>
          <p:cNvSpPr txBox="1"/>
          <p:nvPr>
            <p:ph idx="4294967295" type="body"/>
          </p:nvPr>
        </p:nvSpPr>
        <p:spPr>
          <a:xfrm>
            <a:off x="515937" y="990600"/>
            <a:ext cx="9255125" cy="47244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It protects our body against damage, dirt and germs.</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It contains millions of tiny sense organs, which are sensitive to touch, temperature and pain.</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It excretes water and salts from the body as sweat. </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It helps to keep the body at a steady temperature of 37</a:t>
            </a:r>
            <a:r>
              <a:rPr b="0" baseline="30000" i="0" lang="en-US" sz="2800" u="none">
                <a:solidFill>
                  <a:srgbClr val="000000"/>
                </a:solidFill>
                <a:latin typeface="Times New Roman"/>
                <a:ea typeface="Times New Roman"/>
                <a:cs typeface="Times New Roman"/>
                <a:sym typeface="Times New Roman"/>
              </a:rPr>
              <a:t>0</a:t>
            </a:r>
            <a:r>
              <a:rPr b="0" i="0" lang="en-US" sz="2800" u="none">
                <a:solidFill>
                  <a:srgbClr val="000000"/>
                </a:solidFill>
                <a:latin typeface="Times New Roman"/>
                <a:ea typeface="Times New Roman"/>
                <a:cs typeface="Times New Roman"/>
                <a:sym typeface="Times New Roman"/>
              </a:rPr>
              <a:t>C±1</a:t>
            </a:r>
            <a:r>
              <a:rPr b="0" baseline="30000" i="0" lang="en-US" sz="2800" u="none">
                <a:solidFill>
                  <a:srgbClr val="000000"/>
                </a:solidFill>
                <a:latin typeface="Times New Roman"/>
                <a:ea typeface="Times New Roman"/>
                <a:cs typeface="Times New Roman"/>
                <a:sym typeface="Times New Roman"/>
              </a:rPr>
              <a:t>0</a:t>
            </a:r>
            <a:r>
              <a:rPr b="0" i="0" lang="en-US" sz="2800" u="none">
                <a:solidFill>
                  <a:srgbClr val="000000"/>
                </a:solidFill>
                <a:latin typeface="Times New Roman"/>
                <a:ea typeface="Times New Roman"/>
                <a:cs typeface="Times New Roman"/>
                <a:sym typeface="Times New Roman"/>
              </a:rPr>
              <a:t>C.</a:t>
            </a:r>
            <a:endParaRPr/>
          </a:p>
          <a:p>
            <a:pPr indent="-342900" lvl="0" marL="342900" marR="0" rtl="0" algn="l">
              <a:lnSpc>
                <a:spcPct val="100000"/>
              </a:lnSpc>
              <a:spcBef>
                <a:spcPts val="56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Acts as a storage center for lipids and water, as well as synthesise vitamin D by action of UV on certain parts of the skin.</a:t>
            </a:r>
            <a:endParaRPr b="0" i="0" sz="2800" u="none">
              <a:solidFill>
                <a:srgbClr val="000000"/>
              </a:solidFill>
              <a:latin typeface="Times New Roman"/>
              <a:ea typeface="Times New Roman"/>
              <a:cs typeface="Times New Roman"/>
              <a:sym typeface="Times New Roman"/>
            </a:endParaRPr>
          </a:p>
          <a:p>
            <a:pPr indent="-165100" lvl="0" marL="342900" marR="0" rtl="0" algn="l">
              <a:spcBef>
                <a:spcPts val="560"/>
              </a:spcBef>
              <a:spcAft>
                <a:spcPts val="0"/>
              </a:spcAft>
              <a:buClr>
                <a:schemeClr val="dk1"/>
              </a:buClr>
              <a:buSzPts val="2800"/>
              <a:buFont typeface="Times New Roman"/>
              <a:buNone/>
            </a:pPr>
            <a:r>
              <a:t/>
            </a:r>
            <a:endParaRPr b="0" i="0" sz="2800" u="none">
              <a:solidFill>
                <a:srgbClr val="000000"/>
              </a:solidFill>
              <a:latin typeface="Times New Roman"/>
              <a:ea typeface="Times New Roman"/>
              <a:cs typeface="Times New Roman"/>
              <a:sym typeface="Times New Roman"/>
            </a:endParaRPr>
          </a:p>
        </p:txBody>
      </p:sp>
      <p:sp>
        <p:nvSpPr>
          <p:cNvPr id="277" name="Google Shape;277;p41"/>
          <p:cNvSpPr txBox="1"/>
          <p:nvPr/>
        </p:nvSpPr>
        <p:spPr>
          <a:xfrm>
            <a:off x="-342900" y="76200"/>
            <a:ext cx="9258300" cy="1143000"/>
          </a:xfrm>
          <a:prstGeom prst="rect">
            <a:avLst/>
          </a:prstGeom>
          <a:noFill/>
          <a:ln>
            <a:noFill/>
          </a:ln>
        </p:spPr>
        <p:txBody>
          <a:bodyPr anchorCtr="0" anchor="b" bIns="0" lIns="0" spcFirstLastPara="1" rIns="0" wrap="square" tIns="45700">
            <a:noAutofit/>
          </a:bodyPr>
          <a:lstStyle/>
          <a:p>
            <a:pPr indent="0" lvl="0" marL="0" marR="0" rtl="0" algn="ctr">
              <a:lnSpc>
                <a:spcPct val="100000"/>
              </a:lnSpc>
              <a:spcBef>
                <a:spcPts val="0"/>
              </a:spcBef>
              <a:spcAft>
                <a:spcPts val="0"/>
              </a:spcAft>
              <a:buClr>
                <a:srgbClr val="0000FF"/>
              </a:buClr>
              <a:buSzPts val="3900"/>
              <a:buFont typeface="Tahoma"/>
              <a:buNone/>
            </a:pPr>
            <a:r>
              <a:rPr b="1" i="0" lang="en-US" sz="3900" u="none">
                <a:solidFill>
                  <a:srgbClr val="0000FF"/>
                </a:solidFill>
                <a:latin typeface="Tahoma"/>
                <a:ea typeface="Tahoma"/>
                <a:cs typeface="Tahoma"/>
                <a:sym typeface="Tahoma"/>
              </a:rPr>
              <a:t>Skin Function</a:t>
            </a:r>
            <a:br>
              <a:rPr b="1" i="1" lang="en-US" sz="3500" u="none">
                <a:solidFill>
                  <a:srgbClr val="0000FF"/>
                </a:solidFill>
                <a:latin typeface="Tahoma"/>
                <a:ea typeface="Tahoma"/>
                <a:cs typeface="Tahoma"/>
                <a:sym typeface="Tahoma"/>
              </a:rPr>
            </a:b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42"/>
          <p:cNvSpPr txBox="1"/>
          <p:nvPr/>
        </p:nvSpPr>
        <p:spPr>
          <a:xfrm>
            <a:off x="257175" y="153987"/>
            <a:ext cx="3930650" cy="51911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Times New Roman"/>
              <a:buNone/>
            </a:pPr>
            <a:r>
              <a:rPr b="1" i="0" lang="en-US" sz="2800" u="none">
                <a:solidFill>
                  <a:srgbClr val="0000FF"/>
                </a:solidFill>
                <a:latin typeface="Times New Roman"/>
                <a:ea typeface="Times New Roman"/>
                <a:cs typeface="Times New Roman"/>
                <a:sym typeface="Times New Roman"/>
              </a:rPr>
              <a:t>The structure of skin:</a:t>
            </a:r>
            <a:endParaRPr/>
          </a:p>
        </p:txBody>
      </p:sp>
      <p:pic>
        <p:nvPicPr>
          <p:cNvPr descr="skincros" id="283" name="Google Shape;283;p42"/>
          <p:cNvPicPr preferRelativeResize="0"/>
          <p:nvPr/>
        </p:nvPicPr>
        <p:blipFill rotWithShape="1">
          <a:blip r:embed="rId3">
            <a:alphaModFix/>
          </a:blip>
          <a:srcRect b="26112" l="0" r="0" t="9523"/>
          <a:stretch/>
        </p:blipFill>
        <p:spPr>
          <a:xfrm>
            <a:off x="428625" y="990600"/>
            <a:ext cx="9601200" cy="4770437"/>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43"/>
          <p:cNvSpPr txBox="1"/>
          <p:nvPr/>
        </p:nvSpPr>
        <p:spPr>
          <a:xfrm>
            <a:off x="771525" y="657225"/>
            <a:ext cx="8572500" cy="55768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3600"/>
              <a:buFont typeface="Times New Roman"/>
              <a:buNone/>
            </a:pPr>
            <a:r>
              <a:rPr b="1" i="0" lang="en-US" sz="3600" u="none">
                <a:solidFill>
                  <a:srgbClr val="0000FF"/>
                </a:solidFill>
                <a:latin typeface="Times New Roman"/>
                <a:ea typeface="Times New Roman"/>
                <a:cs typeface="Times New Roman"/>
                <a:sym typeface="Times New Roman"/>
              </a:rPr>
              <a:t>Skin layers: </a:t>
            </a:r>
            <a:endParaRPr/>
          </a:p>
          <a:p>
            <a:pPr indent="0" lvl="0" marL="0" marR="0" rtl="0" algn="l">
              <a:lnSpc>
                <a:spcPct val="100000"/>
              </a:lnSpc>
              <a:spcBef>
                <a:spcPts val="0"/>
              </a:spcBef>
              <a:spcAft>
                <a:spcPts val="0"/>
              </a:spcAft>
              <a:buClr>
                <a:schemeClr val="dk1"/>
              </a:buClr>
              <a:buSzPts val="3600"/>
              <a:buFont typeface="Times New Roman"/>
              <a:buNone/>
            </a:pPr>
            <a:r>
              <a:t/>
            </a:r>
            <a:endParaRPr b="0" i="0" sz="3600" u="non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3200"/>
              <a:buFont typeface="Times New Roman"/>
              <a:buNone/>
            </a:pPr>
            <a:r>
              <a:rPr b="0" i="0" lang="en-US" sz="3200" u="none">
                <a:solidFill>
                  <a:srgbClr val="000000"/>
                </a:solidFill>
                <a:latin typeface="Times New Roman"/>
                <a:ea typeface="Times New Roman"/>
                <a:cs typeface="Times New Roman"/>
                <a:sym typeface="Times New Roman"/>
              </a:rPr>
              <a:t>Skin is composed of three primary layers:</a:t>
            </a:r>
            <a:endParaRPr/>
          </a:p>
          <a:p>
            <a:pPr indent="0" lvl="0" marL="0" marR="0" rtl="0" algn="l">
              <a:lnSpc>
                <a:spcPct val="100000"/>
              </a:lnSpc>
              <a:spcBef>
                <a:spcPts val="0"/>
              </a:spcBef>
              <a:spcAft>
                <a:spcPts val="0"/>
              </a:spcAft>
              <a:buClr>
                <a:srgbClr val="000000"/>
              </a:buClr>
              <a:buSzPts val="3200"/>
              <a:buFont typeface="Times New Roman"/>
              <a:buNone/>
            </a:pPr>
            <a:r>
              <a:rPr b="0" i="0" lang="en-US" sz="3200" u="none">
                <a:solidFill>
                  <a:srgbClr val="000000"/>
                </a:solidFill>
                <a:latin typeface="Times New Roman"/>
                <a:ea typeface="Times New Roman"/>
                <a:cs typeface="Times New Roman"/>
                <a:sym typeface="Times New Roman"/>
              </a:rPr>
              <a:t> </a:t>
            </a:r>
            <a:endParaRPr/>
          </a:p>
          <a:p>
            <a:pPr indent="-203200" lvl="0" marL="0" marR="0" rtl="0" algn="l">
              <a:lnSpc>
                <a:spcPct val="100000"/>
              </a:lnSpc>
              <a:spcBef>
                <a:spcPts val="0"/>
              </a:spcBef>
              <a:spcAft>
                <a:spcPts val="0"/>
              </a:spcAft>
              <a:buClr>
                <a:srgbClr val="000000"/>
              </a:buClr>
              <a:buSzPts val="3200"/>
              <a:buFont typeface="Times New Roman"/>
              <a:buChar char="•"/>
            </a:pPr>
            <a:r>
              <a:rPr b="0" i="0" lang="en-US" sz="3200" u="none">
                <a:solidFill>
                  <a:srgbClr val="000000"/>
                </a:solidFill>
                <a:latin typeface="Times New Roman"/>
                <a:ea typeface="Times New Roman"/>
                <a:cs typeface="Times New Roman"/>
                <a:sym typeface="Times New Roman"/>
              </a:rPr>
              <a:t> </a:t>
            </a:r>
            <a:r>
              <a:rPr b="0" i="0" lang="en-US" sz="3200" u="none">
                <a:solidFill>
                  <a:srgbClr val="0000FF"/>
                </a:solidFill>
                <a:latin typeface="Times New Roman"/>
                <a:ea typeface="Times New Roman"/>
                <a:cs typeface="Times New Roman"/>
                <a:sym typeface="Times New Roman"/>
              </a:rPr>
              <a:t>Epidermis</a:t>
            </a:r>
            <a:r>
              <a:rPr b="0" i="0" lang="en-US" sz="3200" u="none">
                <a:solidFill>
                  <a:srgbClr val="000000"/>
                </a:solidFill>
                <a:latin typeface="Times New Roman"/>
                <a:ea typeface="Times New Roman"/>
                <a:cs typeface="Times New Roman"/>
                <a:sym typeface="Times New Roman"/>
              </a:rPr>
              <a:t>, provides waterproofing and serves as a barrier to infection.</a:t>
            </a:r>
            <a:endParaRPr/>
          </a:p>
          <a:p>
            <a:pPr indent="0" lvl="0" marL="0" marR="0" rtl="0" algn="l">
              <a:lnSpc>
                <a:spcPct val="100000"/>
              </a:lnSpc>
              <a:spcBef>
                <a:spcPts val="0"/>
              </a:spcBef>
              <a:spcAft>
                <a:spcPts val="0"/>
              </a:spcAft>
              <a:buClr>
                <a:schemeClr val="dk1"/>
              </a:buClr>
              <a:buSzPts val="3200"/>
              <a:buFont typeface="Times New Roman"/>
              <a:buNone/>
            </a:pPr>
            <a:r>
              <a:t/>
            </a:r>
            <a:endParaRPr b="0" i="0" sz="3200" u="none">
              <a:solidFill>
                <a:srgbClr val="000000"/>
              </a:solidFill>
              <a:latin typeface="Times New Roman"/>
              <a:ea typeface="Times New Roman"/>
              <a:cs typeface="Times New Roman"/>
              <a:sym typeface="Times New Roman"/>
            </a:endParaRPr>
          </a:p>
          <a:p>
            <a:pPr indent="-203200" lvl="0" marL="0" marR="0" rtl="0" algn="l">
              <a:lnSpc>
                <a:spcPct val="100000"/>
              </a:lnSpc>
              <a:spcBef>
                <a:spcPts val="0"/>
              </a:spcBef>
              <a:spcAft>
                <a:spcPts val="0"/>
              </a:spcAft>
              <a:buClr>
                <a:srgbClr val="000000"/>
              </a:buClr>
              <a:buSzPts val="3200"/>
              <a:buFont typeface="Times New Roman"/>
              <a:buChar char="•"/>
            </a:pPr>
            <a:r>
              <a:rPr b="0" i="0" lang="en-US" sz="3200" u="none">
                <a:solidFill>
                  <a:srgbClr val="000000"/>
                </a:solidFill>
                <a:latin typeface="Times New Roman"/>
                <a:ea typeface="Times New Roman"/>
                <a:cs typeface="Times New Roman"/>
                <a:sym typeface="Times New Roman"/>
              </a:rPr>
              <a:t> </a:t>
            </a:r>
            <a:r>
              <a:rPr b="0" i="0" lang="en-US" sz="3200" u="none">
                <a:solidFill>
                  <a:srgbClr val="0000FF"/>
                </a:solidFill>
                <a:latin typeface="Times New Roman"/>
                <a:ea typeface="Times New Roman"/>
                <a:cs typeface="Times New Roman"/>
                <a:sym typeface="Times New Roman"/>
              </a:rPr>
              <a:t>Dermis</a:t>
            </a:r>
            <a:r>
              <a:rPr b="0" i="0" lang="en-US" sz="3200" u="none">
                <a:solidFill>
                  <a:srgbClr val="000000"/>
                </a:solidFill>
                <a:latin typeface="Times New Roman"/>
                <a:ea typeface="Times New Roman"/>
                <a:cs typeface="Times New Roman"/>
                <a:sym typeface="Times New Roman"/>
              </a:rPr>
              <a:t>, serves as a location for the appendages of skin.</a:t>
            </a:r>
            <a:endParaRPr/>
          </a:p>
          <a:p>
            <a:pPr indent="0" lvl="0" marL="0" marR="0" rtl="0" algn="l">
              <a:lnSpc>
                <a:spcPct val="100000"/>
              </a:lnSpc>
              <a:spcBef>
                <a:spcPts val="0"/>
              </a:spcBef>
              <a:spcAft>
                <a:spcPts val="0"/>
              </a:spcAft>
              <a:buClr>
                <a:schemeClr val="dk1"/>
              </a:buClr>
              <a:buSzPts val="3200"/>
              <a:buFont typeface="Times New Roman"/>
              <a:buNone/>
            </a:pPr>
            <a:r>
              <a:t/>
            </a:r>
            <a:endParaRPr b="0" i="0" sz="3200" u="none">
              <a:solidFill>
                <a:srgbClr val="000000"/>
              </a:solidFill>
              <a:latin typeface="Times New Roman"/>
              <a:ea typeface="Times New Roman"/>
              <a:cs typeface="Times New Roman"/>
              <a:sym typeface="Times New Roman"/>
            </a:endParaRPr>
          </a:p>
          <a:p>
            <a:pPr indent="-203200" lvl="0" marL="0" marR="0" rtl="0" algn="l">
              <a:lnSpc>
                <a:spcPct val="100000"/>
              </a:lnSpc>
              <a:spcBef>
                <a:spcPts val="0"/>
              </a:spcBef>
              <a:spcAft>
                <a:spcPts val="0"/>
              </a:spcAft>
              <a:buClr>
                <a:srgbClr val="000000"/>
              </a:buClr>
              <a:buSzPts val="3200"/>
              <a:buFont typeface="Times New Roman"/>
              <a:buChar char="•"/>
            </a:pPr>
            <a:r>
              <a:rPr b="0" i="0" lang="en-US" sz="3200" u="none">
                <a:solidFill>
                  <a:srgbClr val="000000"/>
                </a:solidFill>
                <a:latin typeface="Times New Roman"/>
                <a:ea typeface="Times New Roman"/>
                <a:cs typeface="Times New Roman"/>
                <a:sym typeface="Times New Roman"/>
              </a:rPr>
              <a:t> </a:t>
            </a:r>
            <a:r>
              <a:rPr b="0" i="0" lang="en-US" sz="3200" u="none">
                <a:solidFill>
                  <a:srgbClr val="0000FF"/>
                </a:solidFill>
                <a:latin typeface="Times New Roman"/>
                <a:ea typeface="Times New Roman"/>
                <a:cs typeface="Times New Roman"/>
                <a:sym typeface="Times New Roman"/>
              </a:rPr>
              <a:t>Hypodermis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4"/>
          <p:cNvSpPr txBox="1"/>
          <p:nvPr/>
        </p:nvSpPr>
        <p:spPr>
          <a:xfrm>
            <a:off x="685800" y="350837"/>
            <a:ext cx="9086850" cy="2709862"/>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Times New Roman"/>
              <a:buNone/>
            </a:pPr>
            <a:r>
              <a:rPr b="1" i="0" lang="en-US" sz="2800" u="none">
                <a:solidFill>
                  <a:srgbClr val="0000FF"/>
                </a:solidFill>
                <a:latin typeface="Times New Roman"/>
                <a:ea typeface="Times New Roman"/>
                <a:cs typeface="Times New Roman"/>
                <a:sym typeface="Times New Roman"/>
              </a:rPr>
              <a:t>Epidermis:</a:t>
            </a:r>
            <a:endParaRPr b="0" i="0" sz="2800" u="non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Epidermis, is the outermost layer of the skin. It forms the waterproof, protective wrap over the body's surface. The epidermis contains no blood vessels, and is nourished by diffusion from the dermis. Epidermis is divided into several layers where cells are formed through mitosis at the innermost layers.</a:t>
            </a:r>
            <a:endParaRPr/>
          </a:p>
        </p:txBody>
      </p:sp>
      <p:sp>
        <p:nvSpPr>
          <p:cNvPr id="294" name="Google Shape;294;p44"/>
          <p:cNvSpPr txBox="1"/>
          <p:nvPr/>
        </p:nvSpPr>
        <p:spPr>
          <a:xfrm>
            <a:off x="600075" y="3249612"/>
            <a:ext cx="9258300" cy="30749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Times New Roman"/>
              <a:buNone/>
            </a:pPr>
            <a:r>
              <a:rPr b="1" i="0" lang="en-US" sz="2800" u="none">
                <a:solidFill>
                  <a:srgbClr val="0000FF"/>
                </a:solidFill>
                <a:latin typeface="Times New Roman"/>
                <a:ea typeface="Times New Roman"/>
                <a:cs typeface="Times New Roman"/>
                <a:sym typeface="Times New Roman"/>
              </a:rPr>
              <a:t>Dermis:</a:t>
            </a:r>
            <a:endParaRPr b="0" i="0" sz="2800" u="non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The dermis is the layer of skin beneath the epidermis that consists of connective tissue and cushions the body from stress and strain. The dermis is tightly connected to the epidermis by a basement membrane. It also harbors many nerve endings that provide the sense of touch and heat. It contains the hair follicles, sweat glands, sebaceous glands, apocrine glands, lymphatic vessels and blood vessels.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45"/>
          <p:cNvSpPr txBox="1"/>
          <p:nvPr/>
        </p:nvSpPr>
        <p:spPr>
          <a:xfrm>
            <a:off x="514350" y="381000"/>
            <a:ext cx="8601075" cy="3074987"/>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Times New Roman"/>
              <a:buNone/>
            </a:pPr>
            <a:r>
              <a:rPr b="1" i="0" lang="en-US" sz="2800" u="none">
                <a:solidFill>
                  <a:srgbClr val="0000FF"/>
                </a:solidFill>
                <a:latin typeface="Times New Roman"/>
                <a:ea typeface="Times New Roman"/>
                <a:cs typeface="Times New Roman"/>
                <a:sym typeface="Times New Roman"/>
              </a:rPr>
              <a:t>Hypodermis:</a:t>
            </a:r>
            <a:endParaRPr b="0" i="0" sz="2800" u="none">
              <a:solidFill>
                <a:srgbClr val="0000FF"/>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400"/>
              <a:buFont typeface="Times New Roman"/>
              <a:buNone/>
            </a:pPr>
            <a:r>
              <a:rPr b="0" i="0" lang="en-US" sz="2400" u="none">
                <a:solidFill>
                  <a:srgbClr val="000000"/>
                </a:solidFill>
                <a:latin typeface="Times New Roman"/>
                <a:ea typeface="Times New Roman"/>
                <a:cs typeface="Times New Roman"/>
                <a:sym typeface="Times New Roman"/>
              </a:rPr>
              <a:t>The hypodermis is not part of the skin, and lies below the dermis. Its purpose is to attach the skin to underlying bone and muscle as well as supplying it with blood vessels and nerves. It consists of loose connective tissue and elastin. The main cell types are fibroblasts, macrophages and adipocytes (the hypodermis contains 50% of body fat). Fat serves as padding and insulation for the body. </a:t>
            </a:r>
            <a:endParaRPr/>
          </a:p>
        </p:txBody>
      </p:sp>
      <p:pic>
        <p:nvPicPr>
          <p:cNvPr descr="skincros" id="300" name="Google Shape;300;p45"/>
          <p:cNvPicPr preferRelativeResize="0"/>
          <p:nvPr/>
        </p:nvPicPr>
        <p:blipFill rotWithShape="1">
          <a:blip r:embed="rId3">
            <a:alphaModFix/>
          </a:blip>
          <a:srcRect b="26112" l="0" r="0" t="9523"/>
          <a:stretch/>
        </p:blipFill>
        <p:spPr>
          <a:xfrm>
            <a:off x="2400300" y="3657600"/>
            <a:ext cx="6000750" cy="2982912"/>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descr="11-29-2007 1-45-57 AM_0015_2" id="305" name="Google Shape;305;p46"/>
          <p:cNvPicPr preferRelativeResize="0"/>
          <p:nvPr>
            <p:ph idx="4294967295" type="body"/>
          </p:nvPr>
        </p:nvPicPr>
        <p:blipFill rotWithShape="1">
          <a:blip r:embed="rId3">
            <a:alphaModFix/>
          </a:blip>
          <a:srcRect b="0" l="0" r="0" t="0"/>
          <a:stretch/>
        </p:blipFill>
        <p:spPr>
          <a:xfrm>
            <a:off x="5143500" y="1447800"/>
            <a:ext cx="4543425" cy="4503737"/>
          </a:xfrm>
          <a:prstGeom prst="rect">
            <a:avLst/>
          </a:prstGeom>
          <a:noFill/>
          <a:ln>
            <a:noFill/>
          </a:ln>
        </p:spPr>
      </p:pic>
      <p:sp>
        <p:nvSpPr>
          <p:cNvPr id="306" name="Google Shape;306;p46"/>
          <p:cNvSpPr txBox="1"/>
          <p:nvPr/>
        </p:nvSpPr>
        <p:spPr>
          <a:xfrm>
            <a:off x="6343650" y="6096000"/>
            <a:ext cx="2743200"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000"/>
              <a:buFont typeface="Times New Roman"/>
              <a:buNone/>
            </a:pPr>
            <a:r>
              <a:rPr b="0" i="0" lang="en-US" sz="2000" u="none">
                <a:solidFill>
                  <a:srgbClr val="0000FF"/>
                </a:solidFill>
                <a:latin typeface="Times New Roman"/>
                <a:ea typeface="Times New Roman"/>
                <a:cs typeface="Times New Roman"/>
                <a:sym typeface="Times New Roman"/>
              </a:rPr>
              <a:t>During Hot Weather</a:t>
            </a:r>
            <a:endParaRPr/>
          </a:p>
        </p:txBody>
      </p:sp>
      <p:sp>
        <p:nvSpPr>
          <p:cNvPr id="307" name="Google Shape;307;p46"/>
          <p:cNvSpPr txBox="1"/>
          <p:nvPr/>
        </p:nvSpPr>
        <p:spPr>
          <a:xfrm>
            <a:off x="428625" y="1806575"/>
            <a:ext cx="4657725" cy="4522787"/>
          </a:xfrm>
          <a:prstGeom prst="rect">
            <a:avLst/>
          </a:prstGeom>
          <a:noFill/>
          <a:ln>
            <a:noFill/>
          </a:ln>
        </p:spPr>
        <p:txBody>
          <a:bodyPr anchorCtr="0" anchor="ctr"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3200"/>
              <a:buFont typeface="Times New Roman"/>
              <a:buChar char="•"/>
            </a:pPr>
            <a:r>
              <a:rPr b="0" i="1" lang="en-US" sz="3200" u="none">
                <a:solidFill>
                  <a:srgbClr val="000000"/>
                </a:solidFill>
                <a:latin typeface="Times New Roman"/>
                <a:ea typeface="Times New Roman"/>
                <a:cs typeface="Times New Roman"/>
                <a:sym typeface="Times New Roman"/>
              </a:rPr>
              <a:t>When we get too hot, </a:t>
            </a:r>
            <a:r>
              <a:rPr b="0" i="0" lang="en-US" sz="3200" u="none">
                <a:solidFill>
                  <a:srgbClr val="000000"/>
                </a:solidFill>
                <a:latin typeface="Times New Roman"/>
                <a:ea typeface="Times New Roman"/>
                <a:cs typeface="Times New Roman"/>
                <a:sym typeface="Times New Roman"/>
              </a:rPr>
              <a:t>we sweat a lot. The sweat evaporates and cools us down. </a:t>
            </a:r>
            <a:endParaRPr/>
          </a:p>
          <a:p>
            <a:pPr indent="-457200" lvl="0" marL="457200" marR="0" rtl="0" algn="l">
              <a:lnSpc>
                <a:spcPct val="100000"/>
              </a:lnSpc>
              <a:spcBef>
                <a:spcPts val="0"/>
              </a:spcBef>
              <a:spcAft>
                <a:spcPts val="0"/>
              </a:spcAft>
              <a:buClr>
                <a:srgbClr val="000000"/>
              </a:buClr>
              <a:buSzPts val="3200"/>
              <a:buFont typeface="Times New Roman"/>
              <a:buChar char="•"/>
            </a:pPr>
            <a:r>
              <a:rPr b="0" i="0" lang="en-US" sz="3200" u="none">
                <a:solidFill>
                  <a:srgbClr val="000000"/>
                </a:solidFill>
                <a:latin typeface="Times New Roman"/>
                <a:ea typeface="Times New Roman"/>
                <a:cs typeface="Times New Roman"/>
                <a:sym typeface="Times New Roman"/>
              </a:rPr>
              <a:t>The blood vessels below our skin expand. So a lot of blood flows near the body surface and loses heat. </a:t>
            </a:r>
            <a:endParaRPr/>
          </a:p>
        </p:txBody>
      </p:sp>
      <p:sp>
        <p:nvSpPr>
          <p:cNvPr id="308" name="Google Shape;308;p46"/>
          <p:cNvSpPr txBox="1"/>
          <p:nvPr/>
        </p:nvSpPr>
        <p:spPr>
          <a:xfrm>
            <a:off x="685800" y="381000"/>
            <a:ext cx="5157787"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Tahoma"/>
              <a:buNone/>
            </a:pPr>
            <a:r>
              <a:rPr b="1" i="0" lang="en-US" sz="2800" u="none">
                <a:solidFill>
                  <a:srgbClr val="0000FF"/>
                </a:solidFill>
                <a:latin typeface="Tahoma"/>
                <a:ea typeface="Tahoma"/>
                <a:cs typeface="Tahoma"/>
                <a:sym typeface="Tahoma"/>
              </a:rPr>
              <a:t>Temperature Regulation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pic>
        <p:nvPicPr>
          <p:cNvPr descr="11-29-2007 1-45-57 AM_0015_1" id="313" name="Google Shape;313;p47"/>
          <p:cNvPicPr preferRelativeResize="0"/>
          <p:nvPr/>
        </p:nvPicPr>
        <p:blipFill rotWithShape="1">
          <a:blip r:embed="rId3">
            <a:alphaModFix/>
          </a:blip>
          <a:srcRect b="0" l="0" r="0" t="0"/>
          <a:stretch/>
        </p:blipFill>
        <p:spPr>
          <a:xfrm>
            <a:off x="4800600" y="1087437"/>
            <a:ext cx="4886325" cy="4057650"/>
          </a:xfrm>
          <a:prstGeom prst="rect">
            <a:avLst/>
          </a:prstGeom>
          <a:noFill/>
          <a:ln>
            <a:noFill/>
          </a:ln>
        </p:spPr>
      </p:pic>
      <p:sp>
        <p:nvSpPr>
          <p:cNvPr id="314" name="Google Shape;314;p47"/>
          <p:cNvSpPr txBox="1"/>
          <p:nvPr/>
        </p:nvSpPr>
        <p:spPr>
          <a:xfrm>
            <a:off x="6172200" y="5486400"/>
            <a:ext cx="3000375" cy="396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000"/>
              <a:buFont typeface="Times New Roman"/>
              <a:buNone/>
            </a:pPr>
            <a:r>
              <a:rPr b="0" i="0" lang="en-US" sz="2000" u="none">
                <a:solidFill>
                  <a:srgbClr val="0000FF"/>
                </a:solidFill>
                <a:latin typeface="Times New Roman"/>
                <a:ea typeface="Times New Roman"/>
                <a:cs typeface="Times New Roman"/>
                <a:sym typeface="Times New Roman"/>
              </a:rPr>
              <a:t>During Cold Weather</a:t>
            </a:r>
            <a:endParaRPr/>
          </a:p>
        </p:txBody>
      </p:sp>
      <p:sp>
        <p:nvSpPr>
          <p:cNvPr id="315" name="Google Shape;315;p47"/>
          <p:cNvSpPr txBox="1"/>
          <p:nvPr/>
        </p:nvSpPr>
        <p:spPr>
          <a:xfrm>
            <a:off x="600075" y="935037"/>
            <a:ext cx="4200525" cy="5694362"/>
          </a:xfrm>
          <a:prstGeom prst="rect">
            <a:avLst/>
          </a:prstGeom>
          <a:noFill/>
          <a:ln>
            <a:noFill/>
          </a:ln>
        </p:spPr>
        <p:txBody>
          <a:bodyPr anchorCtr="0" anchor="ctr" bIns="45700" lIns="91425" spcFirstLastPara="1" rIns="91425" wrap="square" tIns="45700">
            <a:spAutoFit/>
          </a:bodyPr>
          <a:lstStyle/>
          <a:p>
            <a:pPr indent="-457200" lvl="0" marL="457200" marR="0" rtl="0" algn="l">
              <a:lnSpc>
                <a:spcPct val="100000"/>
              </a:lnSpc>
              <a:spcBef>
                <a:spcPts val="0"/>
              </a:spcBef>
              <a:spcAft>
                <a:spcPts val="0"/>
              </a:spcAft>
              <a:buClr>
                <a:srgbClr val="000000"/>
              </a:buClr>
              <a:buSzPts val="2800"/>
              <a:buFont typeface="Times New Roman"/>
              <a:buChar char="•"/>
            </a:pPr>
            <a:r>
              <a:rPr b="0" i="1" lang="en-US" sz="2800" u="none">
                <a:solidFill>
                  <a:srgbClr val="000000"/>
                </a:solidFill>
                <a:latin typeface="Times New Roman"/>
                <a:ea typeface="Times New Roman"/>
                <a:cs typeface="Times New Roman"/>
                <a:sym typeface="Times New Roman"/>
              </a:rPr>
              <a:t>When we get too cold</a:t>
            </a:r>
            <a:r>
              <a:rPr b="0" i="0" lang="en-US" sz="2800" u="none">
                <a:solidFill>
                  <a:srgbClr val="000000"/>
                </a:solidFill>
                <a:latin typeface="Times New Roman"/>
                <a:ea typeface="Times New Roman"/>
                <a:cs typeface="Times New Roman"/>
                <a:sym typeface="Times New Roman"/>
              </a:rPr>
              <a:t>, we stop sweating, blood vessels below the skin contract. </a:t>
            </a:r>
            <a:endParaRPr/>
          </a:p>
          <a:p>
            <a:pPr indent="-457200" lvl="0" marL="457200" marR="0" rtl="0" algn="l">
              <a:lnSpc>
                <a:spcPct val="100000"/>
              </a:lnSpc>
              <a:spcBef>
                <a:spcPts val="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So only a little blood flows near the surface and loses heat. </a:t>
            </a:r>
            <a:endParaRPr/>
          </a:p>
          <a:p>
            <a:pPr indent="-457200" lvl="0" marL="457200" marR="0" rtl="0" algn="l">
              <a:lnSpc>
                <a:spcPct val="100000"/>
              </a:lnSpc>
              <a:spcBef>
                <a:spcPts val="0"/>
              </a:spcBef>
              <a:spcAft>
                <a:spcPts val="0"/>
              </a:spcAft>
              <a:buClr>
                <a:srgbClr val="000000"/>
              </a:buClr>
              <a:buSzPts val="2800"/>
              <a:buFont typeface="Times New Roman"/>
              <a:buChar char="•"/>
            </a:pPr>
            <a:r>
              <a:rPr b="0" i="0" lang="en-US" sz="2800" u="none">
                <a:solidFill>
                  <a:srgbClr val="000000"/>
                </a:solidFill>
                <a:latin typeface="Times New Roman"/>
                <a:ea typeface="Times New Roman"/>
                <a:cs typeface="Times New Roman"/>
                <a:sym typeface="Times New Roman"/>
              </a:rPr>
              <a:t>Muscles start rapid, jerky movements which we call </a:t>
            </a:r>
            <a:r>
              <a:rPr b="0" i="1" lang="en-US" sz="2800" u="none">
                <a:solidFill>
                  <a:srgbClr val="000000"/>
                </a:solidFill>
                <a:latin typeface="Times New Roman"/>
                <a:ea typeface="Times New Roman"/>
                <a:cs typeface="Times New Roman"/>
                <a:sym typeface="Times New Roman"/>
              </a:rPr>
              <a:t>shivering</a:t>
            </a:r>
            <a:r>
              <a:rPr b="0" i="0" lang="en-US" sz="2800" u="none">
                <a:solidFill>
                  <a:srgbClr val="000000"/>
                </a:solidFill>
                <a:latin typeface="Times New Roman"/>
                <a:ea typeface="Times New Roman"/>
                <a:cs typeface="Times New Roman"/>
                <a:sym typeface="Times New Roman"/>
              </a:rPr>
              <a:t>. This produces extra heat, which warms up the body. </a:t>
            </a:r>
            <a:endParaRPr/>
          </a:p>
        </p:txBody>
      </p:sp>
      <p:sp>
        <p:nvSpPr>
          <p:cNvPr id="316" name="Google Shape;316;p47"/>
          <p:cNvSpPr txBox="1"/>
          <p:nvPr/>
        </p:nvSpPr>
        <p:spPr>
          <a:xfrm>
            <a:off x="2657475" y="228600"/>
            <a:ext cx="5157787" cy="5238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FF"/>
              </a:buClr>
              <a:buSzPts val="2800"/>
              <a:buFont typeface="Tahoma"/>
              <a:buNone/>
            </a:pPr>
            <a:r>
              <a:rPr b="1" i="0" lang="en-US" sz="2800" u="none">
                <a:solidFill>
                  <a:srgbClr val="0000FF"/>
                </a:solidFill>
                <a:latin typeface="Tahoma"/>
                <a:ea typeface="Tahoma"/>
                <a:cs typeface="Tahoma"/>
                <a:sym typeface="Tahoma"/>
              </a:rPr>
              <a:t>Temperature Regulation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48"/>
          <p:cNvSpPr txBox="1"/>
          <p:nvPr/>
        </p:nvSpPr>
        <p:spPr>
          <a:xfrm>
            <a:off x="0" y="1143000"/>
            <a:ext cx="9258300" cy="228600"/>
          </a:xfrm>
          <a:prstGeom prst="rect">
            <a:avLst/>
          </a:prstGeom>
          <a:noFill/>
          <a:ln>
            <a:noFill/>
          </a:ln>
        </p:spPr>
        <p:txBody>
          <a:bodyPr anchorCtr="0" anchor="b" bIns="0" lIns="0" spcFirstLastPara="1" rIns="0" wrap="square" tIns="45700">
            <a:noAutofit/>
          </a:bodyPr>
          <a:lstStyle/>
          <a:p>
            <a:pPr indent="0" lvl="0" marL="0" marR="0" rtl="0" algn="ctr">
              <a:lnSpc>
                <a:spcPct val="100000"/>
              </a:lnSpc>
              <a:spcBef>
                <a:spcPts val="0"/>
              </a:spcBef>
              <a:spcAft>
                <a:spcPts val="0"/>
              </a:spcAft>
              <a:buClr>
                <a:srgbClr val="0000FF"/>
              </a:buClr>
              <a:buSzPts val="4400"/>
              <a:buFont typeface="Times New Roman"/>
              <a:buNone/>
            </a:pPr>
            <a:r>
              <a:rPr b="1" i="0" lang="en-US" sz="4400" u="none">
                <a:solidFill>
                  <a:srgbClr val="0000FF"/>
                </a:solidFill>
                <a:latin typeface="Times New Roman"/>
                <a:ea typeface="Times New Roman"/>
                <a:cs typeface="Times New Roman"/>
                <a:sym typeface="Times New Roman"/>
              </a:rPr>
              <a:t>Fever and hyperthermia</a:t>
            </a:r>
            <a:br>
              <a:rPr b="1" i="0" lang="en-US" sz="4400" u="none">
                <a:solidFill>
                  <a:srgbClr val="0000FF"/>
                </a:solidFill>
                <a:latin typeface="Times New Roman"/>
                <a:ea typeface="Times New Roman"/>
                <a:cs typeface="Times New Roman"/>
                <a:sym typeface="Times New Roman"/>
              </a:rPr>
            </a:br>
            <a:endParaRPr/>
          </a:p>
        </p:txBody>
      </p:sp>
      <p:sp>
        <p:nvSpPr>
          <p:cNvPr id="322" name="Google Shape;322;p48"/>
          <p:cNvSpPr txBox="1"/>
          <p:nvPr/>
        </p:nvSpPr>
        <p:spPr>
          <a:xfrm>
            <a:off x="342900" y="1752600"/>
            <a:ext cx="9515475" cy="36576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00000"/>
              </a:buClr>
              <a:buSzPts val="3200"/>
              <a:buFont typeface="Times New Roman"/>
              <a:buNone/>
            </a:pPr>
            <a:r>
              <a:rPr b="0" i="1" lang="en-US" sz="3200" u="none">
                <a:solidFill>
                  <a:srgbClr val="000000"/>
                </a:solidFill>
                <a:latin typeface="Times New Roman"/>
                <a:ea typeface="Times New Roman"/>
                <a:cs typeface="Times New Roman"/>
                <a:sym typeface="Times New Roman"/>
              </a:rPr>
              <a:t>1. Fever</a:t>
            </a:r>
            <a:r>
              <a:rPr b="0" i="0" lang="en-US" sz="3200" u="none">
                <a:solidFill>
                  <a:srgbClr val="000000"/>
                </a:solidFill>
                <a:latin typeface="Times New Roman"/>
                <a:ea typeface="Times New Roman"/>
                <a:cs typeface="Times New Roman"/>
                <a:sym typeface="Times New Roman"/>
              </a:rPr>
              <a:t> occurs when the </a:t>
            </a:r>
            <a:r>
              <a:rPr b="0" i="1" lang="en-US" sz="3200" u="none">
                <a:solidFill>
                  <a:srgbClr val="000000"/>
                </a:solidFill>
                <a:latin typeface="Times New Roman"/>
                <a:ea typeface="Times New Roman"/>
                <a:cs typeface="Times New Roman"/>
                <a:sym typeface="Times New Roman"/>
              </a:rPr>
              <a:t>core temperature of the body </a:t>
            </a:r>
            <a:r>
              <a:rPr b="0" i="0" lang="en-US" sz="3200" u="none">
                <a:solidFill>
                  <a:srgbClr val="000000"/>
                </a:solidFill>
                <a:latin typeface="Times New Roman"/>
                <a:ea typeface="Times New Roman"/>
                <a:cs typeface="Times New Roman"/>
                <a:sym typeface="Times New Roman"/>
              </a:rPr>
              <a:t>is raised above normal steady state levels. The body reacts as if it is too cold, while the temperature rises up to the new higher set point. Fever attacks imply shivering combined with vasoconstriction, headache, body pains, and general discomfort.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49"/>
          <p:cNvSpPr txBox="1"/>
          <p:nvPr/>
        </p:nvSpPr>
        <p:spPr>
          <a:xfrm>
            <a:off x="257175" y="381000"/>
            <a:ext cx="9686925" cy="51054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hlink"/>
              </a:buClr>
              <a:buSzPts val="1680"/>
              <a:buFont typeface="Times New Roman"/>
              <a:buChar char="o"/>
            </a:pPr>
            <a:r>
              <a:rPr b="0" i="0" lang="en-US" sz="2800" u="none">
                <a:solidFill>
                  <a:srgbClr val="000000"/>
                </a:solidFill>
                <a:latin typeface="Times New Roman"/>
                <a:ea typeface="Times New Roman"/>
                <a:cs typeface="Times New Roman"/>
                <a:sym typeface="Times New Roman"/>
              </a:rPr>
              <a:t>2. Fever results from the action of </a:t>
            </a:r>
            <a:r>
              <a:rPr b="0" i="1" lang="en-US" sz="2800" u="none">
                <a:solidFill>
                  <a:srgbClr val="000000"/>
                </a:solidFill>
                <a:latin typeface="Times New Roman"/>
                <a:ea typeface="Times New Roman"/>
                <a:cs typeface="Times New Roman"/>
                <a:sym typeface="Times New Roman"/>
              </a:rPr>
              <a:t>endogenous pyrogens </a:t>
            </a:r>
            <a:r>
              <a:rPr b="0" i="0" lang="en-US" sz="2800" u="none">
                <a:solidFill>
                  <a:srgbClr val="000000"/>
                </a:solidFill>
                <a:latin typeface="Times New Roman"/>
                <a:ea typeface="Times New Roman"/>
                <a:cs typeface="Times New Roman"/>
                <a:sym typeface="Times New Roman"/>
              </a:rPr>
              <a:t>on the </a:t>
            </a:r>
            <a:r>
              <a:rPr b="0" i="1" lang="en-US" sz="2800" u="none">
                <a:solidFill>
                  <a:srgbClr val="000000"/>
                </a:solidFill>
                <a:latin typeface="Times New Roman"/>
                <a:ea typeface="Times New Roman"/>
                <a:cs typeface="Times New Roman"/>
                <a:sym typeface="Times New Roman"/>
              </a:rPr>
              <a:t>hypothalamic heat control centre </a:t>
            </a:r>
            <a:r>
              <a:rPr b="0" i="0" lang="en-US" sz="2800" u="none">
                <a:solidFill>
                  <a:srgbClr val="000000"/>
                </a:solidFill>
                <a:latin typeface="Times New Roman"/>
                <a:ea typeface="Times New Roman"/>
                <a:cs typeface="Times New Roman"/>
                <a:sym typeface="Times New Roman"/>
              </a:rPr>
              <a:t>(they increase the set point for the core temperature  via prostaglandins).</a:t>
            </a:r>
            <a:endParaRPr/>
          </a:p>
          <a:p>
            <a:pPr indent="-273050" lvl="0" marL="273050" marR="0" rtl="0" algn="l">
              <a:lnSpc>
                <a:spcPct val="100000"/>
              </a:lnSpc>
              <a:spcBef>
                <a:spcPts val="560"/>
              </a:spcBef>
              <a:spcAft>
                <a:spcPts val="0"/>
              </a:spcAft>
              <a:buClr>
                <a:schemeClr val="hlink"/>
              </a:buClr>
              <a:buSzPts val="1680"/>
              <a:buFont typeface="Times New Roman"/>
              <a:buChar char="o"/>
            </a:pPr>
            <a:r>
              <a:rPr b="0" i="0" lang="en-US" sz="2800" u="none">
                <a:solidFill>
                  <a:srgbClr val="000000"/>
                </a:solidFill>
                <a:latin typeface="Times New Roman"/>
                <a:ea typeface="Times New Roman"/>
                <a:cs typeface="Times New Roman"/>
                <a:sym typeface="Times New Roman"/>
              </a:rPr>
              <a:t>3. Exogenous pyrogens from microbes cause these </a:t>
            </a:r>
            <a:r>
              <a:rPr b="0" i="1" lang="en-US" sz="2800" u="none">
                <a:solidFill>
                  <a:srgbClr val="000000"/>
                </a:solidFill>
                <a:latin typeface="Times New Roman"/>
                <a:ea typeface="Times New Roman"/>
                <a:cs typeface="Times New Roman"/>
                <a:sym typeface="Times New Roman"/>
              </a:rPr>
              <a:t>endogenous polypeptides </a:t>
            </a:r>
            <a:r>
              <a:rPr b="0" i="0" lang="en-US" sz="2800" u="none">
                <a:solidFill>
                  <a:srgbClr val="000000"/>
                </a:solidFill>
                <a:latin typeface="Times New Roman"/>
                <a:ea typeface="Times New Roman"/>
                <a:cs typeface="Times New Roman"/>
                <a:sym typeface="Times New Roman"/>
              </a:rPr>
              <a:t>to be released from the defence cells of the body. Antipyretic drugs inhibit cyclo-oxygenase activity, hereby interfering with the synthesis of prostaglandins and thromboxanes.</a:t>
            </a:r>
            <a:endParaRPr/>
          </a:p>
          <a:p>
            <a:pPr indent="-273050" lvl="0" marL="273050" marR="0" rtl="0" algn="l">
              <a:lnSpc>
                <a:spcPct val="100000"/>
              </a:lnSpc>
              <a:spcBef>
                <a:spcPts val="560"/>
              </a:spcBef>
              <a:spcAft>
                <a:spcPts val="0"/>
              </a:spcAft>
              <a:buClr>
                <a:schemeClr val="hlink"/>
              </a:buClr>
              <a:buSzPts val="1680"/>
              <a:buFont typeface="Times New Roman"/>
              <a:buChar char="o"/>
            </a:pPr>
            <a:r>
              <a:rPr b="0" i="0" lang="en-US" sz="2800" u="none">
                <a:solidFill>
                  <a:srgbClr val="000000"/>
                </a:solidFill>
                <a:latin typeface="Times New Roman"/>
                <a:ea typeface="Times New Roman"/>
                <a:cs typeface="Times New Roman"/>
                <a:sym typeface="Times New Roman"/>
              </a:rPr>
              <a:t>4. Following an attack of fever, vasodilatation and sweat evaporation reduces the core temperature.</a:t>
            </a:r>
            <a:endParaRPr/>
          </a:p>
          <a:p>
            <a:pPr indent="-273050" lvl="0" marL="273050" marR="0" rtl="0" algn="l">
              <a:lnSpc>
                <a:spcPct val="100000"/>
              </a:lnSpc>
              <a:spcBef>
                <a:spcPts val="560"/>
              </a:spcBef>
              <a:spcAft>
                <a:spcPts val="0"/>
              </a:spcAft>
              <a:buClr>
                <a:srgbClr val="000000"/>
              </a:buClr>
              <a:buSzPts val="2800"/>
              <a:buFont typeface="Times New Roman"/>
              <a:buNone/>
            </a:pPr>
            <a:r>
              <a:rPr b="0" i="0" lang="en-US" sz="2800" u="none">
                <a:solidFill>
                  <a:srgbClr val="000000"/>
                </a:solidFill>
                <a:latin typeface="Times New Roman"/>
                <a:ea typeface="Times New Roman"/>
                <a:cs typeface="Times New Roman"/>
                <a:sym typeface="Times New Roman"/>
              </a:rPr>
              <a:t> </a:t>
            </a:r>
            <a:endParaRPr/>
          </a:p>
          <a:p>
            <a:pPr indent="-273050" lvl="0" marL="273050" marR="0" rtl="0" algn="l">
              <a:lnSpc>
                <a:spcPct val="100000"/>
              </a:lnSpc>
              <a:spcBef>
                <a:spcPts val="480"/>
              </a:spcBef>
              <a:spcAft>
                <a:spcPts val="0"/>
              </a:spcAft>
              <a:buClr>
                <a:schemeClr val="hlink"/>
              </a:buClr>
              <a:buSzPts val="1440"/>
              <a:buFont typeface="Noto Sans Symbols"/>
              <a:buChar char="■"/>
            </a:pPr>
            <a:r>
              <a:rPr b="0" i="1" lang="en-US" sz="2400" u="none">
                <a:solidFill>
                  <a:srgbClr val="000000"/>
                </a:solidFill>
                <a:latin typeface="Times New Roman"/>
                <a:ea typeface="Times New Roman"/>
                <a:cs typeface="Times New Roman"/>
                <a:sym typeface="Times New Roman"/>
              </a:rPr>
              <a:t>Pyrogen is a substance, as a thermostable bacterial toxin, that produces a rise in temperature in a human or animal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xEl>
                                              <p:pRg end="0" st="0"/>
                                            </p:txEl>
                                          </p:spTgt>
                                        </p:tgtEl>
                                        <p:attrNameLst>
                                          <p:attrName>style.visibility</p:attrName>
                                        </p:attrNameLst>
                                      </p:cBhvr>
                                      <p:to>
                                        <p:strVal val="visible"/>
                                      </p:to>
                                    </p:set>
                                    <p:animEffect filter="fade" transition="in">
                                      <p:cBhvr>
                                        <p:cTn dur="1000"/>
                                        <p:tgtEl>
                                          <p:spTgt spid="32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xEl>
                                              <p:pRg end="1" st="1"/>
                                            </p:txEl>
                                          </p:spTgt>
                                        </p:tgtEl>
                                        <p:attrNameLst>
                                          <p:attrName>style.visibility</p:attrName>
                                        </p:attrNameLst>
                                      </p:cBhvr>
                                      <p:to>
                                        <p:strVal val="visible"/>
                                      </p:to>
                                    </p:set>
                                    <p:animEffect filter="fade" transition="in">
                                      <p:cBhvr>
                                        <p:cTn dur="1000"/>
                                        <p:tgtEl>
                                          <p:spTgt spid="32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xEl>
                                              <p:pRg end="2" st="2"/>
                                            </p:txEl>
                                          </p:spTgt>
                                        </p:tgtEl>
                                        <p:attrNameLst>
                                          <p:attrName>style.visibility</p:attrName>
                                        </p:attrNameLst>
                                      </p:cBhvr>
                                      <p:to>
                                        <p:strVal val="visible"/>
                                      </p:to>
                                    </p:set>
                                    <p:animEffect filter="fade" transition="in">
                                      <p:cBhvr>
                                        <p:cTn dur="1000"/>
                                        <p:tgtEl>
                                          <p:spTgt spid="32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xEl>
                                              <p:pRg end="3" st="3"/>
                                            </p:txEl>
                                          </p:spTgt>
                                        </p:tgtEl>
                                        <p:attrNameLst>
                                          <p:attrName>style.visibility</p:attrName>
                                        </p:attrNameLst>
                                      </p:cBhvr>
                                      <p:to>
                                        <p:strVal val="visible"/>
                                      </p:to>
                                    </p:set>
                                    <p:animEffect filter="fade" transition="in">
                                      <p:cBhvr>
                                        <p:cTn dur="1000"/>
                                        <p:tgtEl>
                                          <p:spTgt spid="32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xEl>
                                              <p:pRg end="4" st="4"/>
                                            </p:txEl>
                                          </p:spTgt>
                                        </p:tgtEl>
                                        <p:attrNameLst>
                                          <p:attrName>style.visibility</p:attrName>
                                        </p:attrNameLst>
                                      </p:cBhvr>
                                      <p:to>
                                        <p:strVal val="visible"/>
                                      </p:to>
                                    </p:set>
                                    <p:animEffect filter="fade" transition="in">
                                      <p:cBhvr>
                                        <p:cTn dur="1000"/>
                                        <p:tgtEl>
                                          <p:spTgt spid="327">
                                            <p:txEl>
                                              <p:pRg end="4" st="4"/>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0"/>
          <p:cNvSpPr txBox="1"/>
          <p:nvPr/>
        </p:nvSpPr>
        <p:spPr>
          <a:xfrm>
            <a:off x="0" y="0"/>
            <a:ext cx="9258300" cy="1828800"/>
          </a:xfrm>
          <a:prstGeom prst="rect">
            <a:avLst/>
          </a:prstGeom>
          <a:noFill/>
          <a:ln>
            <a:noFill/>
          </a:ln>
        </p:spPr>
        <p:txBody>
          <a:bodyPr anchorCtr="0" anchor="b" bIns="0" lIns="0" spcFirstLastPara="1" rIns="0" wrap="square" tIns="45700">
            <a:noAutofit/>
          </a:bodyPr>
          <a:lstStyle/>
          <a:p>
            <a:pPr indent="0" lvl="0" marL="0" marR="0" rtl="0" algn="ctr">
              <a:lnSpc>
                <a:spcPct val="100000"/>
              </a:lnSpc>
              <a:spcBef>
                <a:spcPts val="0"/>
              </a:spcBef>
              <a:spcAft>
                <a:spcPts val="0"/>
              </a:spcAft>
              <a:buClr>
                <a:srgbClr val="0000FF"/>
              </a:buClr>
              <a:buSzPts val="3500"/>
              <a:buFont typeface="Times New Roman"/>
              <a:buNone/>
            </a:pPr>
            <a:r>
              <a:rPr b="1" i="0" lang="en-US" sz="3500" u="none">
                <a:solidFill>
                  <a:srgbClr val="0000FF"/>
                </a:solidFill>
                <a:latin typeface="Times New Roman"/>
                <a:ea typeface="Times New Roman"/>
                <a:cs typeface="Times New Roman"/>
                <a:sym typeface="Times New Roman"/>
              </a:rPr>
              <a:t>Excessive Heat Loss Can cause Hypothermia and Frostbite</a:t>
            </a:r>
            <a:br>
              <a:rPr b="1" i="0" lang="en-US" sz="3500" u="none">
                <a:solidFill>
                  <a:srgbClr val="0000FF"/>
                </a:solidFill>
                <a:latin typeface="Times New Roman"/>
                <a:ea typeface="Times New Roman"/>
                <a:cs typeface="Times New Roman"/>
                <a:sym typeface="Times New Roman"/>
              </a:rPr>
            </a:br>
            <a:endParaRPr/>
          </a:p>
        </p:txBody>
      </p:sp>
      <p:sp>
        <p:nvSpPr>
          <p:cNvPr id="333" name="Google Shape;333;p50"/>
          <p:cNvSpPr txBox="1"/>
          <p:nvPr/>
        </p:nvSpPr>
        <p:spPr>
          <a:xfrm>
            <a:off x="342900" y="1676400"/>
            <a:ext cx="4200525" cy="4572000"/>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rgbClr val="000000"/>
              </a:buClr>
              <a:buSzPts val="3200"/>
              <a:buFont typeface="Times New Roman"/>
              <a:buNone/>
            </a:pPr>
            <a:r>
              <a:rPr b="0" i="0" lang="en-US" sz="3200" u="none">
                <a:solidFill>
                  <a:srgbClr val="000000"/>
                </a:solidFill>
                <a:latin typeface="Times New Roman"/>
                <a:ea typeface="Times New Roman"/>
                <a:cs typeface="Times New Roman"/>
                <a:sym typeface="Times New Roman"/>
              </a:rPr>
              <a:t>   </a:t>
            </a:r>
            <a:endParaRPr/>
          </a:p>
          <a:p>
            <a:pPr indent="-273050" lvl="0" marL="273050" marR="0" rtl="0" algn="l">
              <a:lnSpc>
                <a:spcPct val="100000"/>
              </a:lnSpc>
              <a:spcBef>
                <a:spcPts val="640"/>
              </a:spcBef>
              <a:spcAft>
                <a:spcPts val="0"/>
              </a:spcAft>
              <a:buClr>
                <a:srgbClr val="000000"/>
              </a:buClr>
              <a:buSzPts val="3200"/>
              <a:buFont typeface="Times New Roman"/>
              <a:buNone/>
            </a:pPr>
            <a:r>
              <a:rPr b="0" i="0" lang="en-US" sz="3200" u="none">
                <a:solidFill>
                  <a:srgbClr val="000000"/>
                </a:solidFill>
                <a:latin typeface="Times New Roman"/>
                <a:ea typeface="Times New Roman"/>
                <a:cs typeface="Times New Roman"/>
                <a:sym typeface="Times New Roman"/>
              </a:rPr>
              <a:t>   Hypothermia (colder than normal body temperature) and frostbite can happen to anyone who is not properly protected from the cold. </a:t>
            </a:r>
            <a:endParaRPr/>
          </a:p>
          <a:p>
            <a:pPr indent="0" lvl="0" marL="0" marR="0" rtl="0" algn="l">
              <a:lnSpc>
                <a:spcPct val="100000"/>
              </a:lnSpc>
              <a:spcBef>
                <a:spcPts val="0"/>
              </a:spcBef>
              <a:spcAft>
                <a:spcPts val="0"/>
              </a:spcAft>
              <a:buNone/>
            </a:pPr>
            <a:r>
              <a:t/>
            </a:r>
            <a:endParaRPr b="0" i="0" sz="3200" u="none">
              <a:solidFill>
                <a:srgbClr val="000000"/>
              </a:solidFill>
              <a:latin typeface="Times New Roman"/>
              <a:ea typeface="Times New Roman"/>
              <a:cs typeface="Times New Roman"/>
              <a:sym typeface="Times New Roman"/>
            </a:endParaRPr>
          </a:p>
        </p:txBody>
      </p:sp>
      <p:pic>
        <p:nvPicPr>
          <p:cNvPr descr="http://www.mounteverest.net/pages/images/g4f1-face.jpg" id="334" name="Google Shape;334;p50"/>
          <p:cNvPicPr preferRelativeResize="0"/>
          <p:nvPr/>
        </p:nvPicPr>
        <p:blipFill rotWithShape="1">
          <a:blip r:embed="rId3">
            <a:alphaModFix/>
          </a:blip>
          <a:srcRect b="0" l="0" r="0" t="0"/>
          <a:stretch/>
        </p:blipFill>
        <p:spPr>
          <a:xfrm>
            <a:off x="5143500" y="2057400"/>
            <a:ext cx="4629150" cy="4495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4"/>
                                        </p:tgtEl>
                                        <p:attrNameLst>
                                          <p:attrName>style.visibility</p:attrName>
                                        </p:attrNameLst>
                                      </p:cBhvr>
                                      <p:to>
                                        <p:strVal val="visible"/>
                                      </p:to>
                                    </p:set>
                                    <p:animEffect filter="fade" transition="in">
                                      <p:cBhvr>
                                        <p:cTn dur="10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p51"/>
          <p:cNvSpPr txBox="1"/>
          <p:nvPr/>
        </p:nvSpPr>
        <p:spPr>
          <a:xfrm>
            <a:off x="514350" y="304800"/>
            <a:ext cx="6515100" cy="590550"/>
          </a:xfrm>
          <a:prstGeom prst="rect">
            <a:avLst/>
          </a:prstGeom>
          <a:noFill/>
          <a:ln>
            <a:noFill/>
          </a:ln>
        </p:spPr>
        <p:txBody>
          <a:bodyPr anchorCtr="0" anchor="b" bIns="0" lIns="0" spcFirstLastPara="1" rIns="0" wrap="square" tIns="45700">
            <a:noAutofit/>
          </a:bodyPr>
          <a:lstStyle/>
          <a:p>
            <a:pPr indent="0" lvl="0" marL="0" marR="0" rtl="0" algn="ctr">
              <a:lnSpc>
                <a:spcPct val="100000"/>
              </a:lnSpc>
              <a:spcBef>
                <a:spcPts val="0"/>
              </a:spcBef>
              <a:spcAft>
                <a:spcPts val="0"/>
              </a:spcAft>
              <a:buClr>
                <a:srgbClr val="0000FF"/>
              </a:buClr>
              <a:buSzPts val="4400"/>
              <a:buFont typeface="Times New Roman"/>
              <a:buNone/>
            </a:pPr>
            <a:r>
              <a:rPr b="1" i="0" lang="en-US" sz="4400" u="none">
                <a:solidFill>
                  <a:srgbClr val="0000FF"/>
                </a:solidFill>
                <a:latin typeface="Times New Roman"/>
                <a:ea typeface="Times New Roman"/>
                <a:cs typeface="Times New Roman"/>
                <a:sym typeface="Times New Roman"/>
              </a:rPr>
              <a:t>Hypothermia</a:t>
            </a:r>
            <a:endParaRPr/>
          </a:p>
        </p:txBody>
      </p:sp>
      <p:sp>
        <p:nvSpPr>
          <p:cNvPr id="340" name="Google Shape;340;p51"/>
          <p:cNvSpPr txBox="1"/>
          <p:nvPr/>
        </p:nvSpPr>
        <p:spPr>
          <a:xfrm>
            <a:off x="514350" y="1935162"/>
            <a:ext cx="9258300" cy="4389437"/>
          </a:xfrm>
          <a:prstGeom prst="rect">
            <a:avLst/>
          </a:prstGeom>
          <a:noFill/>
          <a:ln>
            <a:noFill/>
          </a:ln>
        </p:spPr>
        <p:txBody>
          <a:bodyPr anchorCtr="0" anchor="t" bIns="45700" lIns="91425" spcFirstLastPara="1" rIns="91425" wrap="square" tIns="45700">
            <a:noAutofit/>
          </a:bodyPr>
          <a:lstStyle/>
          <a:p>
            <a:pPr indent="-273050" lvl="0" marL="273050" marR="0" rtl="0" algn="l">
              <a:lnSpc>
                <a:spcPct val="100000"/>
              </a:lnSpc>
              <a:spcBef>
                <a:spcPts val="0"/>
              </a:spcBef>
              <a:spcAft>
                <a:spcPts val="0"/>
              </a:spcAft>
              <a:buClr>
                <a:schemeClr val="hlink"/>
              </a:buClr>
              <a:buSzPts val="1740"/>
              <a:buFont typeface="Noto Sans Symbols"/>
              <a:buChar char="■"/>
            </a:pPr>
            <a:r>
              <a:rPr b="0" i="0" lang="en-US" sz="2900" u="none">
                <a:solidFill>
                  <a:srgbClr val="000000"/>
                </a:solidFill>
                <a:latin typeface="Times New Roman"/>
                <a:ea typeface="Times New Roman"/>
                <a:cs typeface="Times New Roman"/>
                <a:sym typeface="Times New Roman"/>
              </a:rPr>
              <a:t>Hypothermia occurs when the body temperature falls below 95 degrees F. The normal body temperature is 98.6 degrees F. In the early stages, this may cause memory loss, confusion and shivering. Eventually, a low body temperature may cause cardiac arrest and death.</a:t>
            </a:r>
            <a:endParaRPr/>
          </a:p>
          <a:p>
            <a:pPr indent="-273050" lvl="0" marL="273050" marR="0" rtl="0" algn="l">
              <a:lnSpc>
                <a:spcPct val="100000"/>
              </a:lnSpc>
              <a:spcBef>
                <a:spcPts val="580"/>
              </a:spcBef>
              <a:spcAft>
                <a:spcPts val="0"/>
              </a:spcAft>
              <a:buClr>
                <a:schemeClr val="dk1"/>
              </a:buClr>
              <a:buSzPts val="2900"/>
              <a:buFont typeface="Times New Roman"/>
              <a:buNone/>
            </a:pPr>
            <a:r>
              <a:t/>
            </a:r>
            <a:endParaRPr b="0" i="0" sz="2900" u="none">
              <a:solidFill>
                <a:srgbClr val="000000"/>
              </a:solidFill>
              <a:latin typeface="Times New Roman"/>
              <a:ea typeface="Times New Roman"/>
              <a:cs typeface="Times New Roman"/>
              <a:sym typeface="Times New Roman"/>
            </a:endParaRPr>
          </a:p>
          <a:p>
            <a:pPr indent="-273050" lvl="0" marL="273050" marR="0" rtl="0" algn="l">
              <a:lnSpc>
                <a:spcPct val="100000"/>
              </a:lnSpc>
              <a:spcBef>
                <a:spcPts val="580"/>
              </a:spcBef>
              <a:spcAft>
                <a:spcPts val="0"/>
              </a:spcAft>
              <a:buClr>
                <a:schemeClr val="hlink"/>
              </a:buClr>
              <a:buSzPts val="1740"/>
              <a:buFont typeface="Noto Sans Symbols"/>
              <a:buChar char="■"/>
            </a:pPr>
            <a:r>
              <a:rPr b="0" i="0" lang="en-US" sz="2900" u="none">
                <a:solidFill>
                  <a:srgbClr val="000000"/>
                </a:solidFill>
                <a:latin typeface="Times New Roman"/>
                <a:ea typeface="Times New Roman"/>
                <a:cs typeface="Times New Roman"/>
                <a:sym typeface="Times New Roman"/>
              </a:rPr>
              <a:t>The best way to prevent hypothermia is to protect the body from the cold.</a:t>
            </a:r>
            <a:endParaRPr/>
          </a:p>
          <a:p>
            <a:pPr indent="0" lvl="0" marL="0" marR="0" rtl="0" algn="l">
              <a:lnSpc>
                <a:spcPct val="100000"/>
              </a:lnSpc>
              <a:spcBef>
                <a:spcPts val="0"/>
              </a:spcBef>
              <a:spcAft>
                <a:spcPts val="0"/>
              </a:spcAft>
              <a:buNone/>
            </a:pPr>
            <a:r>
              <a:t/>
            </a:r>
            <a:endParaRPr b="0" i="0" sz="2900" u="none">
              <a:solidFill>
                <a:srgbClr val="000000"/>
              </a:solidFill>
              <a:latin typeface="Times New Roman"/>
              <a:ea typeface="Times New Roman"/>
              <a:cs typeface="Times New Roman"/>
              <a:sym typeface="Times New Roman"/>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xEl>
                                              <p:pRg end="0" st="0"/>
                                            </p:txEl>
                                          </p:spTgt>
                                        </p:tgtEl>
                                        <p:attrNameLst>
                                          <p:attrName>style.visibility</p:attrName>
                                        </p:attrNameLst>
                                      </p:cBhvr>
                                      <p:to>
                                        <p:strVal val="visible"/>
                                      </p:to>
                                    </p:set>
                                    <p:animEffect filter="fade" transition="in">
                                      <p:cBhvr>
                                        <p:cTn dur="1000"/>
                                        <p:tgtEl>
                                          <p:spTgt spid="340">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xEl>
                                              <p:pRg end="1" st="1"/>
                                            </p:txEl>
                                          </p:spTgt>
                                        </p:tgtEl>
                                        <p:attrNameLst>
                                          <p:attrName>style.visibility</p:attrName>
                                        </p:attrNameLst>
                                      </p:cBhvr>
                                      <p:to>
                                        <p:strVal val="visible"/>
                                      </p:to>
                                    </p:set>
                                    <p:animEffect filter="fade" transition="in">
                                      <p:cBhvr>
                                        <p:cTn dur="1000"/>
                                        <p:tgtEl>
                                          <p:spTgt spid="340">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xEl>
                                              <p:pRg end="2" st="2"/>
                                            </p:txEl>
                                          </p:spTgt>
                                        </p:tgtEl>
                                        <p:attrNameLst>
                                          <p:attrName>style.visibility</p:attrName>
                                        </p:attrNameLst>
                                      </p:cBhvr>
                                      <p:to>
                                        <p:strVal val="visible"/>
                                      </p:to>
                                    </p:set>
                                    <p:animEffect filter="fade" transition="in">
                                      <p:cBhvr>
                                        <p:cTn dur="1000"/>
                                        <p:tgtEl>
                                          <p:spTgt spid="340">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0">
                                            <p:txEl>
                                              <p:pRg end="3" st="3"/>
                                            </p:txEl>
                                          </p:spTgt>
                                        </p:tgtEl>
                                        <p:attrNameLst>
                                          <p:attrName>style.visibility</p:attrName>
                                        </p:attrNameLst>
                                      </p:cBhvr>
                                      <p:to>
                                        <p:strVal val="visible"/>
                                      </p:to>
                                    </p:set>
                                    <p:animEffect filter="fade" transition="in">
                                      <p:cBhvr>
                                        <p:cTn dur="1000"/>
                                        <p:tgtEl>
                                          <p:spTgt spid="340">
                                            <p:txEl>
                                              <p:pRg end="3" st="3"/>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0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7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2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9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3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1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4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8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5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6_標準デザイン">
  <a:themeElements>
    <a:clrScheme name="標準デザイン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