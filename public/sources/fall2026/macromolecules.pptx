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notesMasterIdLst>
    <p:notesMasterId r:id="rId36"/>
  </p:notesMasterIdLst>
  <p:sldIdLst>
    <p:sldId id="257" r:id="rId2"/>
    <p:sldId id="301" r:id="rId3"/>
    <p:sldId id="276" r:id="rId4"/>
    <p:sldId id="302" r:id="rId5"/>
    <p:sldId id="303" r:id="rId6"/>
    <p:sldId id="305" r:id="rId7"/>
    <p:sldId id="306" r:id="rId8"/>
    <p:sldId id="307" r:id="rId9"/>
    <p:sldId id="308" r:id="rId10"/>
    <p:sldId id="309" r:id="rId11"/>
    <p:sldId id="311" r:id="rId12"/>
    <p:sldId id="312" r:id="rId13"/>
    <p:sldId id="313" r:id="rId14"/>
    <p:sldId id="314" r:id="rId15"/>
    <p:sldId id="315" r:id="rId16"/>
    <p:sldId id="316" r:id="rId17"/>
    <p:sldId id="317" r:id="rId18"/>
    <p:sldId id="318" r:id="rId19"/>
    <p:sldId id="319" r:id="rId20"/>
    <p:sldId id="320" r:id="rId21"/>
    <p:sldId id="321" r:id="rId22"/>
    <p:sldId id="322" r:id="rId23"/>
    <p:sldId id="323" r:id="rId24"/>
    <p:sldId id="324" r:id="rId25"/>
    <p:sldId id="325" r:id="rId26"/>
    <p:sldId id="326" r:id="rId27"/>
    <p:sldId id="327" r:id="rId28"/>
    <p:sldId id="328" r:id="rId29"/>
    <p:sldId id="329" r:id="rId30"/>
    <p:sldId id="330" r:id="rId31"/>
    <p:sldId id="332" r:id="rId32"/>
    <p:sldId id="333" r:id="rId33"/>
    <p:sldId id="331" r:id="rId34"/>
    <p:sldId id="300"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705" autoAdjust="0"/>
  </p:normalViewPr>
  <p:slideViewPr>
    <p:cSldViewPr>
      <p:cViewPr varScale="1">
        <p:scale>
          <a:sx n="66" d="100"/>
          <a:sy n="66" d="100"/>
        </p:scale>
        <p:origin x="1506" y="66"/>
      </p:cViewPr>
      <p:guideLst>
        <p:guide orient="horz" pos="2160"/>
        <p:guide pos="2880"/>
      </p:guideLst>
    </p:cSldViewPr>
  </p:slideViewPr>
  <p:notesTextViewPr>
    <p:cViewPr>
      <p:scale>
        <a:sx n="100" d="100"/>
        <a:sy n="100" d="100"/>
      </p:scale>
      <p:origin x="0" y="0"/>
    </p:cViewPr>
  </p:notesTextViewPr>
  <p:sorterViewPr>
    <p:cViewPr>
      <p:scale>
        <a:sx n="50" d="100"/>
        <a:sy n="5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A09484-1D8F-47D4-B10A-5B5515A5912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7524EEFB-54B3-4B2F-8E60-5CBE41987B46}">
      <dgm:prSet phldrT="[Text]">
        <dgm:style>
          <a:lnRef idx="1">
            <a:schemeClr val="accent6"/>
          </a:lnRef>
          <a:fillRef idx="2">
            <a:schemeClr val="accent6"/>
          </a:fillRef>
          <a:effectRef idx="1">
            <a:schemeClr val="accent6"/>
          </a:effectRef>
          <a:fontRef idx="minor">
            <a:schemeClr val="dk1"/>
          </a:fontRef>
        </dgm:style>
      </dgm:prSet>
      <dgm:spPr/>
      <dgm:t>
        <a:bodyPr/>
        <a:lstStyle/>
        <a:p>
          <a:r>
            <a:rPr lang="en-US" dirty="0"/>
            <a:t>Living Systems</a:t>
          </a:r>
        </a:p>
      </dgm:t>
    </dgm:pt>
    <dgm:pt modelId="{D6CED80C-E1FD-4BBC-A957-6E602D649BBE}" type="parTrans" cxnId="{4A300E26-9919-4B06-BE10-9184E6BD0480}">
      <dgm:prSet/>
      <dgm:spPr/>
      <dgm:t>
        <a:bodyPr/>
        <a:lstStyle/>
        <a:p>
          <a:endParaRPr lang="en-US"/>
        </a:p>
      </dgm:t>
    </dgm:pt>
    <dgm:pt modelId="{5BED48F9-EDAE-4B5C-9758-08FCCE0F612E}" type="sibTrans" cxnId="{4A300E26-9919-4B06-BE10-9184E6BD0480}">
      <dgm:prSet/>
      <dgm:spPr/>
      <dgm:t>
        <a:bodyPr/>
        <a:lstStyle/>
        <a:p>
          <a:endParaRPr lang="en-US"/>
        </a:p>
      </dgm:t>
    </dgm:pt>
    <dgm:pt modelId="{6136447D-2E30-4B3F-8E73-4A5276503BB1}">
      <dgm:prSet phldrT="[Text]">
        <dgm:style>
          <a:lnRef idx="1">
            <a:schemeClr val="accent5"/>
          </a:lnRef>
          <a:fillRef idx="2">
            <a:schemeClr val="accent5"/>
          </a:fillRef>
          <a:effectRef idx="1">
            <a:schemeClr val="accent5"/>
          </a:effectRef>
          <a:fontRef idx="minor">
            <a:schemeClr val="dk1"/>
          </a:fontRef>
        </dgm:style>
      </dgm:prSet>
      <dgm:spPr/>
      <dgm:t>
        <a:bodyPr/>
        <a:lstStyle/>
        <a:p>
          <a:r>
            <a:rPr lang="en-US" dirty="0"/>
            <a:t>Organic compounds</a:t>
          </a:r>
        </a:p>
      </dgm:t>
    </dgm:pt>
    <dgm:pt modelId="{9C0D1981-F856-4F18-A27E-1FB315270E1D}" type="parTrans" cxnId="{9D093E3B-C78F-474E-A488-91B1724B7C6D}">
      <dgm:prSet/>
      <dgm:spPr/>
      <dgm:t>
        <a:bodyPr/>
        <a:lstStyle/>
        <a:p>
          <a:endParaRPr lang="en-US"/>
        </a:p>
      </dgm:t>
    </dgm:pt>
    <dgm:pt modelId="{E37EEC55-C1BA-4027-A6C8-D18B48BCBB14}" type="sibTrans" cxnId="{9D093E3B-C78F-474E-A488-91B1724B7C6D}">
      <dgm:prSet/>
      <dgm:spPr/>
      <dgm:t>
        <a:bodyPr/>
        <a:lstStyle/>
        <a:p>
          <a:endParaRPr lang="en-US"/>
        </a:p>
      </dgm:t>
    </dgm:pt>
    <dgm:pt modelId="{CF548A7E-8B71-49C3-B6E1-974BB2879CA3}">
      <dgm:prSet phldrT="[Text]">
        <dgm:style>
          <a:lnRef idx="1">
            <a:schemeClr val="accent5"/>
          </a:lnRef>
          <a:fillRef idx="2">
            <a:schemeClr val="accent5"/>
          </a:fillRef>
          <a:effectRef idx="1">
            <a:schemeClr val="accent5"/>
          </a:effectRef>
          <a:fontRef idx="minor">
            <a:schemeClr val="dk1"/>
          </a:fontRef>
        </dgm:style>
      </dgm:prSet>
      <dgm:spPr/>
      <dgm:t>
        <a:bodyPr/>
        <a:lstStyle/>
        <a:p>
          <a:r>
            <a:rPr lang="en-US" dirty="0"/>
            <a:t>Inorganic compounds</a:t>
          </a:r>
        </a:p>
      </dgm:t>
    </dgm:pt>
    <dgm:pt modelId="{32A3397D-6685-4F59-9F31-46E7C8E4EEE3}" type="parTrans" cxnId="{4AF8F681-A7E2-4664-9326-C7873623B7F2}">
      <dgm:prSet/>
      <dgm:spPr/>
      <dgm:t>
        <a:bodyPr/>
        <a:lstStyle/>
        <a:p>
          <a:endParaRPr lang="en-US"/>
        </a:p>
      </dgm:t>
    </dgm:pt>
    <dgm:pt modelId="{B317DD1D-FA6D-4F04-A4C1-23CCA98C2482}" type="sibTrans" cxnId="{4AF8F681-A7E2-4664-9326-C7873623B7F2}">
      <dgm:prSet/>
      <dgm:spPr/>
      <dgm:t>
        <a:bodyPr/>
        <a:lstStyle/>
        <a:p>
          <a:endParaRPr lang="en-US"/>
        </a:p>
      </dgm:t>
    </dgm:pt>
    <dgm:pt modelId="{A83977BE-10DE-4446-A737-3300DB9CC25B}">
      <dgm:prSet>
        <dgm:style>
          <a:lnRef idx="1">
            <a:schemeClr val="accent3"/>
          </a:lnRef>
          <a:fillRef idx="2">
            <a:schemeClr val="accent3"/>
          </a:fillRef>
          <a:effectRef idx="1">
            <a:schemeClr val="accent3"/>
          </a:effectRef>
          <a:fontRef idx="minor">
            <a:schemeClr val="dk1"/>
          </a:fontRef>
        </dgm:style>
      </dgm:prSet>
      <dgm:spPr/>
      <dgm:t>
        <a:bodyPr/>
        <a:lstStyle/>
        <a:p>
          <a:r>
            <a:rPr lang="en-US" dirty="0"/>
            <a:t>Macromolecules</a:t>
          </a:r>
        </a:p>
      </dgm:t>
    </dgm:pt>
    <dgm:pt modelId="{29886EDF-57BC-4857-8B08-0C6AE4B63603}" type="parTrans" cxnId="{C14354B6-C2F0-4C1C-A5F9-5C967E89BB6F}">
      <dgm:prSet/>
      <dgm:spPr/>
      <dgm:t>
        <a:bodyPr/>
        <a:lstStyle/>
        <a:p>
          <a:endParaRPr lang="en-US"/>
        </a:p>
      </dgm:t>
    </dgm:pt>
    <dgm:pt modelId="{3F6B0A00-5CE8-4CB0-A987-E4C2FA53E321}" type="sibTrans" cxnId="{C14354B6-C2F0-4C1C-A5F9-5C967E89BB6F}">
      <dgm:prSet/>
      <dgm:spPr/>
      <dgm:t>
        <a:bodyPr/>
        <a:lstStyle/>
        <a:p>
          <a:endParaRPr lang="en-US"/>
        </a:p>
      </dgm:t>
    </dgm:pt>
    <dgm:pt modelId="{8B62FB36-CA7E-4076-9937-D24D8C3255C5}" type="asst">
      <dgm:prSet>
        <dgm:style>
          <a:lnRef idx="1">
            <a:schemeClr val="accent4"/>
          </a:lnRef>
          <a:fillRef idx="2">
            <a:schemeClr val="accent4"/>
          </a:fillRef>
          <a:effectRef idx="1">
            <a:schemeClr val="accent4"/>
          </a:effectRef>
          <a:fontRef idx="minor">
            <a:schemeClr val="dk1"/>
          </a:fontRef>
        </dgm:style>
      </dgm:prSet>
      <dgm:spPr/>
      <dgm:t>
        <a:bodyPr/>
        <a:lstStyle/>
        <a:p>
          <a:r>
            <a:rPr lang="en-US" dirty="0"/>
            <a:t>Carbohydrates</a:t>
          </a:r>
        </a:p>
      </dgm:t>
    </dgm:pt>
    <dgm:pt modelId="{C794236E-4915-45CB-8CD6-206553182143}" type="parTrans" cxnId="{0C21C8BC-4B26-4C66-9433-B318A88383A9}">
      <dgm:prSet/>
      <dgm:spPr/>
      <dgm:t>
        <a:bodyPr/>
        <a:lstStyle/>
        <a:p>
          <a:endParaRPr lang="en-US"/>
        </a:p>
      </dgm:t>
    </dgm:pt>
    <dgm:pt modelId="{EF8BF396-0B11-4228-B3F7-79E94159B19A}" type="sibTrans" cxnId="{0C21C8BC-4B26-4C66-9433-B318A88383A9}">
      <dgm:prSet/>
      <dgm:spPr/>
      <dgm:t>
        <a:bodyPr/>
        <a:lstStyle/>
        <a:p>
          <a:endParaRPr lang="en-US"/>
        </a:p>
      </dgm:t>
    </dgm:pt>
    <dgm:pt modelId="{625DB591-931F-4223-85F9-0E17111F23A9}" type="asst">
      <dgm:prSet>
        <dgm:style>
          <a:lnRef idx="1">
            <a:schemeClr val="accent4"/>
          </a:lnRef>
          <a:fillRef idx="2">
            <a:schemeClr val="accent4"/>
          </a:fillRef>
          <a:effectRef idx="1">
            <a:schemeClr val="accent4"/>
          </a:effectRef>
          <a:fontRef idx="minor">
            <a:schemeClr val="dk1"/>
          </a:fontRef>
        </dgm:style>
      </dgm:prSet>
      <dgm:spPr/>
      <dgm:t>
        <a:bodyPr/>
        <a:lstStyle/>
        <a:p>
          <a:r>
            <a:rPr lang="en-US" dirty="0"/>
            <a:t>Lipids</a:t>
          </a:r>
        </a:p>
      </dgm:t>
    </dgm:pt>
    <dgm:pt modelId="{1CE211F7-D6CF-487A-82D0-BEB0908FB5BE}" type="parTrans" cxnId="{CFDF5FE4-EA7F-4F10-93C7-64886B3AF585}">
      <dgm:prSet/>
      <dgm:spPr/>
      <dgm:t>
        <a:bodyPr/>
        <a:lstStyle/>
        <a:p>
          <a:endParaRPr lang="en-US"/>
        </a:p>
      </dgm:t>
    </dgm:pt>
    <dgm:pt modelId="{9FF54B70-3EB9-429E-8BAC-A69B829463B2}" type="sibTrans" cxnId="{CFDF5FE4-EA7F-4F10-93C7-64886B3AF585}">
      <dgm:prSet/>
      <dgm:spPr/>
      <dgm:t>
        <a:bodyPr/>
        <a:lstStyle/>
        <a:p>
          <a:endParaRPr lang="en-US"/>
        </a:p>
      </dgm:t>
    </dgm:pt>
    <dgm:pt modelId="{10D0F350-D77D-4AA1-866C-164562A41DFA}" type="asst">
      <dgm:prSet>
        <dgm:style>
          <a:lnRef idx="1">
            <a:schemeClr val="accent4"/>
          </a:lnRef>
          <a:fillRef idx="2">
            <a:schemeClr val="accent4"/>
          </a:fillRef>
          <a:effectRef idx="1">
            <a:schemeClr val="accent4"/>
          </a:effectRef>
          <a:fontRef idx="minor">
            <a:schemeClr val="dk1"/>
          </a:fontRef>
        </dgm:style>
      </dgm:prSet>
      <dgm:spPr/>
      <dgm:t>
        <a:bodyPr/>
        <a:lstStyle/>
        <a:p>
          <a:r>
            <a:rPr lang="en-US" dirty="0"/>
            <a:t>Proteins</a:t>
          </a:r>
        </a:p>
      </dgm:t>
    </dgm:pt>
    <dgm:pt modelId="{F9327A28-2B2E-4235-9F6B-4004CC112B9C}" type="parTrans" cxnId="{FEE9D7C4-B710-4EC1-9C3C-A8D28D7900A3}">
      <dgm:prSet/>
      <dgm:spPr/>
      <dgm:t>
        <a:bodyPr/>
        <a:lstStyle/>
        <a:p>
          <a:endParaRPr lang="en-US"/>
        </a:p>
      </dgm:t>
    </dgm:pt>
    <dgm:pt modelId="{3EDE09BB-FB53-459E-BAB4-C9CF5B17D12A}" type="sibTrans" cxnId="{FEE9D7C4-B710-4EC1-9C3C-A8D28D7900A3}">
      <dgm:prSet/>
      <dgm:spPr/>
      <dgm:t>
        <a:bodyPr/>
        <a:lstStyle/>
        <a:p>
          <a:endParaRPr lang="en-US"/>
        </a:p>
      </dgm:t>
    </dgm:pt>
    <dgm:pt modelId="{1F35B8EC-2E0A-4E44-BAF9-DB580648F886}" type="asst">
      <dgm:prSet>
        <dgm:style>
          <a:lnRef idx="1">
            <a:schemeClr val="accent4"/>
          </a:lnRef>
          <a:fillRef idx="2">
            <a:schemeClr val="accent4"/>
          </a:fillRef>
          <a:effectRef idx="1">
            <a:schemeClr val="accent4"/>
          </a:effectRef>
          <a:fontRef idx="minor">
            <a:schemeClr val="dk1"/>
          </a:fontRef>
        </dgm:style>
      </dgm:prSet>
      <dgm:spPr/>
      <dgm:t>
        <a:bodyPr/>
        <a:lstStyle/>
        <a:p>
          <a:r>
            <a:rPr lang="en-US" dirty="0"/>
            <a:t>Nucleic Acids</a:t>
          </a:r>
        </a:p>
      </dgm:t>
    </dgm:pt>
    <dgm:pt modelId="{1D19D719-1A99-4012-9D9E-D1120B134AFC}" type="parTrans" cxnId="{B9CBB77D-0836-4738-8A39-5E0BCC75C8E1}">
      <dgm:prSet/>
      <dgm:spPr/>
      <dgm:t>
        <a:bodyPr/>
        <a:lstStyle/>
        <a:p>
          <a:endParaRPr lang="en-US"/>
        </a:p>
      </dgm:t>
    </dgm:pt>
    <dgm:pt modelId="{4F865AED-0DBA-45B7-8B42-A594EE26C551}" type="sibTrans" cxnId="{B9CBB77D-0836-4738-8A39-5E0BCC75C8E1}">
      <dgm:prSet/>
      <dgm:spPr/>
      <dgm:t>
        <a:bodyPr/>
        <a:lstStyle/>
        <a:p>
          <a:endParaRPr lang="en-US"/>
        </a:p>
      </dgm:t>
    </dgm:pt>
    <dgm:pt modelId="{8495132B-28E0-466A-8946-8594D16C7F95}" type="pres">
      <dgm:prSet presAssocID="{86A09484-1D8F-47D4-B10A-5B5515A59128}" presName="hierChild1" presStyleCnt="0">
        <dgm:presLayoutVars>
          <dgm:orgChart val="1"/>
          <dgm:chPref val="1"/>
          <dgm:dir/>
          <dgm:animOne val="branch"/>
          <dgm:animLvl val="lvl"/>
          <dgm:resizeHandles/>
        </dgm:presLayoutVars>
      </dgm:prSet>
      <dgm:spPr/>
    </dgm:pt>
    <dgm:pt modelId="{9C3AE966-495A-4316-BEA6-FC63372BF2A1}" type="pres">
      <dgm:prSet presAssocID="{7524EEFB-54B3-4B2F-8E60-5CBE41987B46}" presName="hierRoot1" presStyleCnt="0">
        <dgm:presLayoutVars>
          <dgm:hierBranch/>
        </dgm:presLayoutVars>
      </dgm:prSet>
      <dgm:spPr/>
    </dgm:pt>
    <dgm:pt modelId="{A0901DF6-3D83-45B2-9AD0-A81A43148DA2}" type="pres">
      <dgm:prSet presAssocID="{7524EEFB-54B3-4B2F-8E60-5CBE41987B46}" presName="rootComposite1" presStyleCnt="0"/>
      <dgm:spPr/>
    </dgm:pt>
    <dgm:pt modelId="{A2BEE6D5-E394-40C0-88EF-85E9A1C251B1}" type="pres">
      <dgm:prSet presAssocID="{7524EEFB-54B3-4B2F-8E60-5CBE41987B46}" presName="rootText1" presStyleLbl="node0" presStyleIdx="0" presStyleCnt="1" custScaleX="146412" custScaleY="146412" custLinFactX="-44750" custLinFactNeighborX="-100000" custLinFactNeighborY="-18179">
        <dgm:presLayoutVars>
          <dgm:chPref val="3"/>
        </dgm:presLayoutVars>
      </dgm:prSet>
      <dgm:spPr/>
    </dgm:pt>
    <dgm:pt modelId="{4ECD11C9-AAB4-4399-BF97-B3495BDBA6A9}" type="pres">
      <dgm:prSet presAssocID="{7524EEFB-54B3-4B2F-8E60-5CBE41987B46}" presName="rootConnector1" presStyleLbl="node1" presStyleIdx="0" presStyleCnt="0"/>
      <dgm:spPr/>
    </dgm:pt>
    <dgm:pt modelId="{D9F38C7D-9E20-4D5C-ABF8-4221442BCCF2}" type="pres">
      <dgm:prSet presAssocID="{7524EEFB-54B3-4B2F-8E60-5CBE41987B46}" presName="hierChild2" presStyleCnt="0"/>
      <dgm:spPr/>
    </dgm:pt>
    <dgm:pt modelId="{0C5563FC-9028-44D1-AE57-29441580F1A4}" type="pres">
      <dgm:prSet presAssocID="{9C0D1981-F856-4F18-A27E-1FB315270E1D}" presName="Name35" presStyleLbl="parChTrans1D2" presStyleIdx="0" presStyleCnt="2"/>
      <dgm:spPr/>
    </dgm:pt>
    <dgm:pt modelId="{B11F9A86-47CD-48DC-BD66-5B445F7AE136}" type="pres">
      <dgm:prSet presAssocID="{6136447D-2E30-4B3F-8E73-4A5276503BB1}" presName="hierRoot2" presStyleCnt="0">
        <dgm:presLayoutVars>
          <dgm:hierBranch val="init"/>
        </dgm:presLayoutVars>
      </dgm:prSet>
      <dgm:spPr/>
    </dgm:pt>
    <dgm:pt modelId="{435838E5-A685-43A1-8EBF-1153BFA6B351}" type="pres">
      <dgm:prSet presAssocID="{6136447D-2E30-4B3F-8E73-4A5276503BB1}" presName="rootComposite" presStyleCnt="0"/>
      <dgm:spPr/>
    </dgm:pt>
    <dgm:pt modelId="{806A8A36-2EDA-4041-8DDF-E98997B8D77E}" type="pres">
      <dgm:prSet presAssocID="{6136447D-2E30-4B3F-8E73-4A5276503BB1}" presName="rootText" presStyleLbl="node2" presStyleIdx="0" presStyleCnt="2" custScaleX="230263" custScaleY="176452" custLinFactX="-95571" custLinFactNeighborX="-100000" custLinFactNeighborY="44526">
        <dgm:presLayoutVars>
          <dgm:chPref val="3"/>
        </dgm:presLayoutVars>
      </dgm:prSet>
      <dgm:spPr/>
    </dgm:pt>
    <dgm:pt modelId="{CC29E4EB-5B7B-495F-9A60-362ADEE579EE}" type="pres">
      <dgm:prSet presAssocID="{6136447D-2E30-4B3F-8E73-4A5276503BB1}" presName="rootConnector" presStyleLbl="node2" presStyleIdx="0" presStyleCnt="2"/>
      <dgm:spPr/>
    </dgm:pt>
    <dgm:pt modelId="{E59AADA9-22F4-4EB9-B916-4B6BF0199C1D}" type="pres">
      <dgm:prSet presAssocID="{6136447D-2E30-4B3F-8E73-4A5276503BB1}" presName="hierChild4" presStyleCnt="0"/>
      <dgm:spPr/>
    </dgm:pt>
    <dgm:pt modelId="{0FFE6395-8F0C-41FF-B552-DF0F1BD1ED6E}" type="pres">
      <dgm:prSet presAssocID="{29886EDF-57BC-4857-8B08-0C6AE4B63603}" presName="Name37" presStyleLbl="parChTrans1D3" presStyleIdx="0" presStyleCnt="1"/>
      <dgm:spPr/>
    </dgm:pt>
    <dgm:pt modelId="{B79DC930-B0F6-42E4-A9E7-E645F4349EA4}" type="pres">
      <dgm:prSet presAssocID="{A83977BE-10DE-4446-A737-3300DB9CC25B}" presName="hierRoot2" presStyleCnt="0">
        <dgm:presLayoutVars>
          <dgm:hierBranch val="init"/>
        </dgm:presLayoutVars>
      </dgm:prSet>
      <dgm:spPr/>
    </dgm:pt>
    <dgm:pt modelId="{3CD48228-7842-4EBC-BEE5-4C1B6ECC7680}" type="pres">
      <dgm:prSet presAssocID="{A83977BE-10DE-4446-A737-3300DB9CC25B}" presName="rootComposite" presStyleCnt="0"/>
      <dgm:spPr/>
    </dgm:pt>
    <dgm:pt modelId="{6339D0BA-F7D7-49EF-8AA5-8907C53BF0B0}" type="pres">
      <dgm:prSet presAssocID="{A83977BE-10DE-4446-A737-3300DB9CC25B}" presName="rootText" presStyleLbl="node3" presStyleIdx="0" presStyleCnt="1" custScaleX="232788" custScaleY="181173" custLinFactX="-70320" custLinFactNeighborX="-100000" custLinFactNeighborY="53420">
        <dgm:presLayoutVars>
          <dgm:chPref val="3"/>
        </dgm:presLayoutVars>
      </dgm:prSet>
      <dgm:spPr/>
    </dgm:pt>
    <dgm:pt modelId="{7E0CBF07-4305-438C-BD8E-7EDF8108031A}" type="pres">
      <dgm:prSet presAssocID="{A83977BE-10DE-4446-A737-3300DB9CC25B}" presName="rootConnector" presStyleLbl="node3" presStyleIdx="0" presStyleCnt="1"/>
      <dgm:spPr/>
    </dgm:pt>
    <dgm:pt modelId="{DA4E7AD6-E8DF-417F-B6CC-E53684362D2E}" type="pres">
      <dgm:prSet presAssocID="{A83977BE-10DE-4446-A737-3300DB9CC25B}" presName="hierChild4" presStyleCnt="0"/>
      <dgm:spPr/>
    </dgm:pt>
    <dgm:pt modelId="{61B99E04-D990-43D3-B219-BE1BD1B78A6F}" type="pres">
      <dgm:prSet presAssocID="{A83977BE-10DE-4446-A737-3300DB9CC25B}" presName="hierChild5" presStyleCnt="0"/>
      <dgm:spPr/>
    </dgm:pt>
    <dgm:pt modelId="{11237DBB-1422-4972-885C-26E2016ED4CF}" type="pres">
      <dgm:prSet presAssocID="{C794236E-4915-45CB-8CD6-206553182143}" presName="Name111" presStyleLbl="parChTrans1D4" presStyleIdx="0" presStyleCnt="4"/>
      <dgm:spPr/>
    </dgm:pt>
    <dgm:pt modelId="{9A88FD02-E0FD-4EB5-9E42-7A237ADD0D1F}" type="pres">
      <dgm:prSet presAssocID="{8B62FB36-CA7E-4076-9937-D24D8C3255C5}" presName="hierRoot3" presStyleCnt="0">
        <dgm:presLayoutVars>
          <dgm:hierBranch val="init"/>
        </dgm:presLayoutVars>
      </dgm:prSet>
      <dgm:spPr/>
    </dgm:pt>
    <dgm:pt modelId="{4F6DC3AD-080E-4580-950E-5650C45C0A2C}" type="pres">
      <dgm:prSet presAssocID="{8B62FB36-CA7E-4076-9937-D24D8C3255C5}" presName="rootComposite3" presStyleCnt="0"/>
      <dgm:spPr/>
    </dgm:pt>
    <dgm:pt modelId="{28B087A7-BCE6-4CD0-A251-1E9ADD6E8EBA}" type="pres">
      <dgm:prSet presAssocID="{8B62FB36-CA7E-4076-9937-D24D8C3255C5}" presName="rootText3" presStyleLbl="asst3" presStyleIdx="0" presStyleCnt="4" custScaleX="206281" custScaleY="161052" custLinFactX="725" custLinFactNeighborX="100000" custLinFactNeighborY="30254">
        <dgm:presLayoutVars>
          <dgm:chPref val="3"/>
        </dgm:presLayoutVars>
      </dgm:prSet>
      <dgm:spPr/>
    </dgm:pt>
    <dgm:pt modelId="{89028357-C05C-493D-AB1E-1AF7ADB46AB1}" type="pres">
      <dgm:prSet presAssocID="{8B62FB36-CA7E-4076-9937-D24D8C3255C5}" presName="rootConnector3" presStyleLbl="asst3" presStyleIdx="0" presStyleCnt="4"/>
      <dgm:spPr/>
    </dgm:pt>
    <dgm:pt modelId="{55FB6788-3953-42FF-B9EA-78E86AE0CF9E}" type="pres">
      <dgm:prSet presAssocID="{8B62FB36-CA7E-4076-9937-D24D8C3255C5}" presName="hierChild6" presStyleCnt="0"/>
      <dgm:spPr/>
    </dgm:pt>
    <dgm:pt modelId="{DAF53DF0-132B-42BF-9C8F-BB3B25035144}" type="pres">
      <dgm:prSet presAssocID="{8B62FB36-CA7E-4076-9937-D24D8C3255C5}" presName="hierChild7" presStyleCnt="0"/>
      <dgm:spPr/>
    </dgm:pt>
    <dgm:pt modelId="{0256072D-186A-431C-AE33-F9BF2B5B0254}" type="pres">
      <dgm:prSet presAssocID="{1CE211F7-D6CF-487A-82D0-BEB0908FB5BE}" presName="Name111" presStyleLbl="parChTrans1D4" presStyleIdx="1" presStyleCnt="4"/>
      <dgm:spPr/>
    </dgm:pt>
    <dgm:pt modelId="{73AFFFE8-E182-4799-B208-498BD1411B41}" type="pres">
      <dgm:prSet presAssocID="{625DB591-931F-4223-85F9-0E17111F23A9}" presName="hierRoot3" presStyleCnt="0">
        <dgm:presLayoutVars>
          <dgm:hierBranch val="init"/>
        </dgm:presLayoutVars>
      </dgm:prSet>
      <dgm:spPr/>
    </dgm:pt>
    <dgm:pt modelId="{321E8ABC-E751-48CE-A908-998CCD4FB17A}" type="pres">
      <dgm:prSet presAssocID="{625DB591-931F-4223-85F9-0E17111F23A9}" presName="rootComposite3" presStyleCnt="0"/>
      <dgm:spPr/>
    </dgm:pt>
    <dgm:pt modelId="{8A9A15F7-DDBA-4C68-A3FB-C82FD228012D}" type="pres">
      <dgm:prSet presAssocID="{625DB591-931F-4223-85F9-0E17111F23A9}" presName="rootText3" presStyleLbl="asst3" presStyleIdx="1" presStyleCnt="4" custScaleX="161052" custScaleY="161052" custLinFactX="100000" custLinFactNeighborX="197703" custLinFactNeighborY="29236">
        <dgm:presLayoutVars>
          <dgm:chPref val="3"/>
        </dgm:presLayoutVars>
      </dgm:prSet>
      <dgm:spPr/>
    </dgm:pt>
    <dgm:pt modelId="{040AC0E5-DA93-438B-91ED-7245110D65F4}" type="pres">
      <dgm:prSet presAssocID="{625DB591-931F-4223-85F9-0E17111F23A9}" presName="rootConnector3" presStyleLbl="asst3" presStyleIdx="1" presStyleCnt="4"/>
      <dgm:spPr/>
    </dgm:pt>
    <dgm:pt modelId="{76F9E344-97A2-46E9-9381-B28144995865}" type="pres">
      <dgm:prSet presAssocID="{625DB591-931F-4223-85F9-0E17111F23A9}" presName="hierChild6" presStyleCnt="0"/>
      <dgm:spPr/>
    </dgm:pt>
    <dgm:pt modelId="{F8913C5F-7239-4FBD-8A36-D703048FCE6A}" type="pres">
      <dgm:prSet presAssocID="{625DB591-931F-4223-85F9-0E17111F23A9}" presName="hierChild7" presStyleCnt="0"/>
      <dgm:spPr/>
    </dgm:pt>
    <dgm:pt modelId="{4160D19D-94D4-4D25-ADC0-D1CA5B55319E}" type="pres">
      <dgm:prSet presAssocID="{F9327A28-2B2E-4235-9F6B-4004CC112B9C}" presName="Name111" presStyleLbl="parChTrans1D4" presStyleIdx="2" presStyleCnt="4"/>
      <dgm:spPr/>
    </dgm:pt>
    <dgm:pt modelId="{413959A2-9D74-47DB-A4C1-4F35B15B47E2}" type="pres">
      <dgm:prSet presAssocID="{10D0F350-D77D-4AA1-866C-164562A41DFA}" presName="hierRoot3" presStyleCnt="0">
        <dgm:presLayoutVars>
          <dgm:hierBranch val="init"/>
        </dgm:presLayoutVars>
      </dgm:prSet>
      <dgm:spPr/>
    </dgm:pt>
    <dgm:pt modelId="{41FFF6E6-6C2F-4CC5-95E1-EFA50A00E734}" type="pres">
      <dgm:prSet presAssocID="{10D0F350-D77D-4AA1-866C-164562A41DFA}" presName="rootComposite3" presStyleCnt="0"/>
      <dgm:spPr/>
    </dgm:pt>
    <dgm:pt modelId="{D64F713D-E238-4A89-80D0-D785BE0E9027}" type="pres">
      <dgm:prSet presAssocID="{10D0F350-D77D-4AA1-866C-164562A41DFA}" presName="rootText3" presStyleLbl="asst3" presStyleIdx="2" presStyleCnt="4" custScaleX="171553" custScaleY="139951" custLinFactX="200247" custLinFactNeighborX="300000" custLinFactNeighborY="28217">
        <dgm:presLayoutVars>
          <dgm:chPref val="3"/>
        </dgm:presLayoutVars>
      </dgm:prSet>
      <dgm:spPr/>
    </dgm:pt>
    <dgm:pt modelId="{714D62C9-67AE-4D90-BDD9-E7E8CE7094D8}" type="pres">
      <dgm:prSet presAssocID="{10D0F350-D77D-4AA1-866C-164562A41DFA}" presName="rootConnector3" presStyleLbl="asst3" presStyleIdx="2" presStyleCnt="4"/>
      <dgm:spPr/>
    </dgm:pt>
    <dgm:pt modelId="{C0769558-5393-4DFD-B14F-D65F4944C590}" type="pres">
      <dgm:prSet presAssocID="{10D0F350-D77D-4AA1-866C-164562A41DFA}" presName="hierChild6" presStyleCnt="0"/>
      <dgm:spPr/>
    </dgm:pt>
    <dgm:pt modelId="{00671481-2135-430B-8329-33C487E4513D}" type="pres">
      <dgm:prSet presAssocID="{10D0F350-D77D-4AA1-866C-164562A41DFA}" presName="hierChild7" presStyleCnt="0"/>
      <dgm:spPr/>
    </dgm:pt>
    <dgm:pt modelId="{D23FA623-89C7-4CDE-8DB4-67FD8CB24087}" type="pres">
      <dgm:prSet presAssocID="{1D19D719-1A99-4012-9D9E-D1120B134AFC}" presName="Name111" presStyleLbl="parChTrans1D4" presStyleIdx="3" presStyleCnt="4"/>
      <dgm:spPr/>
    </dgm:pt>
    <dgm:pt modelId="{EEDA0072-9DA8-4D6F-A384-F8C32AC72495}" type="pres">
      <dgm:prSet presAssocID="{1F35B8EC-2E0A-4E44-BAF9-DB580648F886}" presName="hierRoot3" presStyleCnt="0">
        <dgm:presLayoutVars>
          <dgm:hierBranch val="init"/>
        </dgm:presLayoutVars>
      </dgm:prSet>
      <dgm:spPr/>
    </dgm:pt>
    <dgm:pt modelId="{9A114607-2587-4647-A3D2-72450D02D756}" type="pres">
      <dgm:prSet presAssocID="{1F35B8EC-2E0A-4E44-BAF9-DB580648F886}" presName="rootComposite3" presStyleCnt="0"/>
      <dgm:spPr/>
    </dgm:pt>
    <dgm:pt modelId="{C2DCD227-5637-4024-B293-0EA19B4BCC81}" type="pres">
      <dgm:prSet presAssocID="{1F35B8EC-2E0A-4E44-BAF9-DB580648F886}" presName="rootText3" presStyleLbl="asst3" presStyleIdx="3" presStyleCnt="4" custScaleX="166480" custScaleY="120857" custLinFactX="329200" custLinFactNeighborX="400000" custLinFactNeighborY="56010">
        <dgm:presLayoutVars>
          <dgm:chPref val="3"/>
        </dgm:presLayoutVars>
      </dgm:prSet>
      <dgm:spPr/>
    </dgm:pt>
    <dgm:pt modelId="{89914F9E-3A1A-4451-B596-3EC77E39BF27}" type="pres">
      <dgm:prSet presAssocID="{1F35B8EC-2E0A-4E44-BAF9-DB580648F886}" presName="rootConnector3" presStyleLbl="asst3" presStyleIdx="3" presStyleCnt="4"/>
      <dgm:spPr/>
    </dgm:pt>
    <dgm:pt modelId="{C7B9CC8B-D995-406A-9EEC-AD6D0051EBB8}" type="pres">
      <dgm:prSet presAssocID="{1F35B8EC-2E0A-4E44-BAF9-DB580648F886}" presName="hierChild6" presStyleCnt="0"/>
      <dgm:spPr/>
    </dgm:pt>
    <dgm:pt modelId="{C8B76DF3-E3B0-469A-8B85-F9DE30C28FF3}" type="pres">
      <dgm:prSet presAssocID="{1F35B8EC-2E0A-4E44-BAF9-DB580648F886}" presName="hierChild7" presStyleCnt="0"/>
      <dgm:spPr/>
    </dgm:pt>
    <dgm:pt modelId="{E9008BC7-6639-459B-A671-B109A5C62FEC}" type="pres">
      <dgm:prSet presAssocID="{6136447D-2E30-4B3F-8E73-4A5276503BB1}" presName="hierChild5" presStyleCnt="0"/>
      <dgm:spPr/>
    </dgm:pt>
    <dgm:pt modelId="{ADE78A00-FBF4-46EE-9320-29D6BD9E1414}" type="pres">
      <dgm:prSet presAssocID="{32A3397D-6685-4F59-9F31-46E7C8E4EEE3}" presName="Name35" presStyleLbl="parChTrans1D2" presStyleIdx="1" presStyleCnt="2"/>
      <dgm:spPr/>
    </dgm:pt>
    <dgm:pt modelId="{44D58878-B10A-45BC-9EBA-667D0B5AB7F9}" type="pres">
      <dgm:prSet presAssocID="{CF548A7E-8B71-49C3-B6E1-974BB2879CA3}" presName="hierRoot2" presStyleCnt="0">
        <dgm:presLayoutVars>
          <dgm:hierBranch val="init"/>
        </dgm:presLayoutVars>
      </dgm:prSet>
      <dgm:spPr/>
    </dgm:pt>
    <dgm:pt modelId="{25434D49-AD39-4C66-8E8E-F8994D4BFBB7}" type="pres">
      <dgm:prSet presAssocID="{CF548A7E-8B71-49C3-B6E1-974BB2879CA3}" presName="rootComposite" presStyleCnt="0"/>
      <dgm:spPr/>
    </dgm:pt>
    <dgm:pt modelId="{13591709-310B-4FE3-BE7E-A6D2635FA431}" type="pres">
      <dgm:prSet presAssocID="{CF548A7E-8B71-49C3-B6E1-974BB2879CA3}" presName="rootText" presStyleLbl="node2" presStyleIdx="1" presStyleCnt="2" custScaleX="146412" custScaleY="146412" custLinFactNeighborX="-59338" custLinFactNeighborY="49446">
        <dgm:presLayoutVars>
          <dgm:chPref val="3"/>
        </dgm:presLayoutVars>
      </dgm:prSet>
      <dgm:spPr/>
    </dgm:pt>
    <dgm:pt modelId="{8D179EEE-1F27-4D18-9918-154F545DBA9C}" type="pres">
      <dgm:prSet presAssocID="{CF548A7E-8B71-49C3-B6E1-974BB2879CA3}" presName="rootConnector" presStyleLbl="node2" presStyleIdx="1" presStyleCnt="2"/>
      <dgm:spPr/>
    </dgm:pt>
    <dgm:pt modelId="{6FBB3DBC-DFE3-4775-9B57-783C3016B4D9}" type="pres">
      <dgm:prSet presAssocID="{CF548A7E-8B71-49C3-B6E1-974BB2879CA3}" presName="hierChild4" presStyleCnt="0"/>
      <dgm:spPr/>
    </dgm:pt>
    <dgm:pt modelId="{CADB35FC-1B52-4998-94E3-F170FCBC08A4}" type="pres">
      <dgm:prSet presAssocID="{CF548A7E-8B71-49C3-B6E1-974BB2879CA3}" presName="hierChild5" presStyleCnt="0"/>
      <dgm:spPr/>
    </dgm:pt>
    <dgm:pt modelId="{7883233A-BF37-4863-87F2-B8F537581BD5}" type="pres">
      <dgm:prSet presAssocID="{7524EEFB-54B3-4B2F-8E60-5CBE41987B46}" presName="hierChild3" presStyleCnt="0"/>
      <dgm:spPr/>
    </dgm:pt>
  </dgm:ptLst>
  <dgm:cxnLst>
    <dgm:cxn modelId="{91C48D07-99B1-420B-86F5-D0C91504A5EA}" type="presOf" srcId="{10D0F350-D77D-4AA1-866C-164562A41DFA}" destId="{D64F713D-E238-4A89-80D0-D785BE0E9027}" srcOrd="0" destOrd="0" presId="urn:microsoft.com/office/officeart/2005/8/layout/orgChart1"/>
    <dgm:cxn modelId="{C021A31B-1E2F-4694-8FFF-690993EC4644}" type="presOf" srcId="{29886EDF-57BC-4857-8B08-0C6AE4B63603}" destId="{0FFE6395-8F0C-41FF-B552-DF0F1BD1ED6E}" srcOrd="0" destOrd="0" presId="urn:microsoft.com/office/officeart/2005/8/layout/orgChart1"/>
    <dgm:cxn modelId="{F5A1B722-4021-4C48-A465-11CA98470E32}" type="presOf" srcId="{86A09484-1D8F-47D4-B10A-5B5515A59128}" destId="{8495132B-28E0-466A-8946-8594D16C7F95}" srcOrd="0" destOrd="0" presId="urn:microsoft.com/office/officeart/2005/8/layout/orgChart1"/>
    <dgm:cxn modelId="{36B05425-4067-4282-B401-0B5FD57E3B26}" type="presOf" srcId="{CF548A7E-8B71-49C3-B6E1-974BB2879CA3}" destId="{13591709-310B-4FE3-BE7E-A6D2635FA431}" srcOrd="0" destOrd="0" presId="urn:microsoft.com/office/officeart/2005/8/layout/orgChart1"/>
    <dgm:cxn modelId="{4A300E26-9919-4B06-BE10-9184E6BD0480}" srcId="{86A09484-1D8F-47D4-B10A-5B5515A59128}" destId="{7524EEFB-54B3-4B2F-8E60-5CBE41987B46}" srcOrd="0" destOrd="0" parTransId="{D6CED80C-E1FD-4BBC-A957-6E602D649BBE}" sibTransId="{5BED48F9-EDAE-4B5C-9758-08FCCE0F612E}"/>
    <dgm:cxn modelId="{9D093E3B-C78F-474E-A488-91B1724B7C6D}" srcId="{7524EEFB-54B3-4B2F-8E60-5CBE41987B46}" destId="{6136447D-2E30-4B3F-8E73-4A5276503BB1}" srcOrd="0" destOrd="0" parTransId="{9C0D1981-F856-4F18-A27E-1FB315270E1D}" sibTransId="{E37EEC55-C1BA-4027-A6C8-D18B48BCBB14}"/>
    <dgm:cxn modelId="{1FDE033F-AEC9-4A7E-89E2-2C189F368738}" type="presOf" srcId="{1D19D719-1A99-4012-9D9E-D1120B134AFC}" destId="{D23FA623-89C7-4CDE-8DB4-67FD8CB24087}" srcOrd="0" destOrd="0" presId="urn:microsoft.com/office/officeart/2005/8/layout/orgChart1"/>
    <dgm:cxn modelId="{F6A2C360-7F65-4866-BD51-502602DBE12D}" type="presOf" srcId="{10D0F350-D77D-4AA1-866C-164562A41DFA}" destId="{714D62C9-67AE-4D90-BDD9-E7E8CE7094D8}" srcOrd="1" destOrd="0" presId="urn:microsoft.com/office/officeart/2005/8/layout/orgChart1"/>
    <dgm:cxn modelId="{13364341-F557-41FF-82FB-59550B062A9E}" type="presOf" srcId="{1CE211F7-D6CF-487A-82D0-BEB0908FB5BE}" destId="{0256072D-186A-431C-AE33-F9BF2B5B0254}" srcOrd="0" destOrd="0" presId="urn:microsoft.com/office/officeart/2005/8/layout/orgChart1"/>
    <dgm:cxn modelId="{D2023964-0A9D-4EB4-B830-7CDF5AE35E0E}" type="presOf" srcId="{625DB591-931F-4223-85F9-0E17111F23A9}" destId="{8A9A15F7-DDBA-4C68-A3FB-C82FD228012D}" srcOrd="0" destOrd="0" presId="urn:microsoft.com/office/officeart/2005/8/layout/orgChart1"/>
    <dgm:cxn modelId="{338D3666-B06F-4073-AE91-11D4F397CDF0}" type="presOf" srcId="{8B62FB36-CA7E-4076-9937-D24D8C3255C5}" destId="{28B087A7-BCE6-4CD0-A251-1E9ADD6E8EBA}" srcOrd="0" destOrd="0" presId="urn:microsoft.com/office/officeart/2005/8/layout/orgChart1"/>
    <dgm:cxn modelId="{F53B075A-137B-41CB-BD55-98286CF7C27D}" type="presOf" srcId="{A83977BE-10DE-4446-A737-3300DB9CC25B}" destId="{6339D0BA-F7D7-49EF-8AA5-8907C53BF0B0}" srcOrd="0" destOrd="0" presId="urn:microsoft.com/office/officeart/2005/8/layout/orgChart1"/>
    <dgm:cxn modelId="{B9CBB77D-0836-4738-8A39-5E0BCC75C8E1}" srcId="{10D0F350-D77D-4AA1-866C-164562A41DFA}" destId="{1F35B8EC-2E0A-4E44-BAF9-DB580648F886}" srcOrd="0" destOrd="0" parTransId="{1D19D719-1A99-4012-9D9E-D1120B134AFC}" sibTransId="{4F865AED-0DBA-45B7-8B42-A594EE26C551}"/>
    <dgm:cxn modelId="{4AF8F681-A7E2-4664-9326-C7873623B7F2}" srcId="{7524EEFB-54B3-4B2F-8E60-5CBE41987B46}" destId="{CF548A7E-8B71-49C3-B6E1-974BB2879CA3}" srcOrd="1" destOrd="0" parTransId="{32A3397D-6685-4F59-9F31-46E7C8E4EEE3}" sibTransId="{B317DD1D-FA6D-4F04-A4C1-23CCA98C2482}"/>
    <dgm:cxn modelId="{E1706183-77F0-4305-A32F-90EBA5393F85}" type="presOf" srcId="{8B62FB36-CA7E-4076-9937-D24D8C3255C5}" destId="{89028357-C05C-493D-AB1E-1AF7ADB46AB1}" srcOrd="1" destOrd="0" presId="urn:microsoft.com/office/officeart/2005/8/layout/orgChart1"/>
    <dgm:cxn modelId="{BA2B5E8C-DFF0-46DD-8EAF-F2915D10E4F0}" type="presOf" srcId="{7524EEFB-54B3-4B2F-8E60-5CBE41987B46}" destId="{A2BEE6D5-E394-40C0-88EF-85E9A1C251B1}" srcOrd="0" destOrd="0" presId="urn:microsoft.com/office/officeart/2005/8/layout/orgChart1"/>
    <dgm:cxn modelId="{45BFA78D-4E18-45F5-9902-8B9501494455}" type="presOf" srcId="{9C0D1981-F856-4F18-A27E-1FB315270E1D}" destId="{0C5563FC-9028-44D1-AE57-29441580F1A4}" srcOrd="0" destOrd="0" presId="urn:microsoft.com/office/officeart/2005/8/layout/orgChart1"/>
    <dgm:cxn modelId="{0148C794-1E46-4B83-93C7-76C84609B2EC}" type="presOf" srcId="{CF548A7E-8B71-49C3-B6E1-974BB2879CA3}" destId="{8D179EEE-1F27-4D18-9918-154F545DBA9C}" srcOrd="1" destOrd="0" presId="urn:microsoft.com/office/officeart/2005/8/layout/orgChart1"/>
    <dgm:cxn modelId="{85621598-5A44-45D1-A166-FE5A50C36142}" type="presOf" srcId="{A83977BE-10DE-4446-A737-3300DB9CC25B}" destId="{7E0CBF07-4305-438C-BD8E-7EDF8108031A}" srcOrd="1" destOrd="0" presId="urn:microsoft.com/office/officeart/2005/8/layout/orgChart1"/>
    <dgm:cxn modelId="{08A5D9A7-65D3-480C-9B3E-2132F997BA1E}" type="presOf" srcId="{6136447D-2E30-4B3F-8E73-4A5276503BB1}" destId="{CC29E4EB-5B7B-495F-9A60-362ADEE579EE}" srcOrd="1" destOrd="0" presId="urn:microsoft.com/office/officeart/2005/8/layout/orgChart1"/>
    <dgm:cxn modelId="{062313AB-3343-4D4A-98DE-991EE622AD7B}" type="presOf" srcId="{625DB591-931F-4223-85F9-0E17111F23A9}" destId="{040AC0E5-DA93-438B-91ED-7245110D65F4}" srcOrd="1" destOrd="0" presId="urn:microsoft.com/office/officeart/2005/8/layout/orgChart1"/>
    <dgm:cxn modelId="{BF5FD9AE-EF12-4726-8E59-63876D8B2A83}" type="presOf" srcId="{7524EEFB-54B3-4B2F-8E60-5CBE41987B46}" destId="{4ECD11C9-AAB4-4399-BF97-B3495BDBA6A9}" srcOrd="1" destOrd="0" presId="urn:microsoft.com/office/officeart/2005/8/layout/orgChart1"/>
    <dgm:cxn modelId="{C14354B6-C2F0-4C1C-A5F9-5C967E89BB6F}" srcId="{6136447D-2E30-4B3F-8E73-4A5276503BB1}" destId="{A83977BE-10DE-4446-A737-3300DB9CC25B}" srcOrd="0" destOrd="0" parTransId="{29886EDF-57BC-4857-8B08-0C6AE4B63603}" sibTransId="{3F6B0A00-5CE8-4CB0-A987-E4C2FA53E321}"/>
    <dgm:cxn modelId="{0C21C8BC-4B26-4C66-9433-B318A88383A9}" srcId="{A83977BE-10DE-4446-A737-3300DB9CC25B}" destId="{8B62FB36-CA7E-4076-9937-D24D8C3255C5}" srcOrd="0" destOrd="0" parTransId="{C794236E-4915-45CB-8CD6-206553182143}" sibTransId="{EF8BF396-0B11-4228-B3F7-79E94159B19A}"/>
    <dgm:cxn modelId="{DF5C5BBF-2761-4582-A578-AB8896A11EA0}" type="presOf" srcId="{6136447D-2E30-4B3F-8E73-4A5276503BB1}" destId="{806A8A36-2EDA-4041-8DDF-E98997B8D77E}" srcOrd="0" destOrd="0" presId="urn:microsoft.com/office/officeart/2005/8/layout/orgChart1"/>
    <dgm:cxn modelId="{4DBA8AC3-568D-4932-8780-5352F386C17D}" type="presOf" srcId="{32A3397D-6685-4F59-9F31-46E7C8E4EEE3}" destId="{ADE78A00-FBF4-46EE-9320-29D6BD9E1414}" srcOrd="0" destOrd="0" presId="urn:microsoft.com/office/officeart/2005/8/layout/orgChart1"/>
    <dgm:cxn modelId="{40A452C4-9AC2-4F4F-9781-0EF3006DCDA5}" type="presOf" srcId="{1F35B8EC-2E0A-4E44-BAF9-DB580648F886}" destId="{C2DCD227-5637-4024-B293-0EA19B4BCC81}" srcOrd="0" destOrd="0" presId="urn:microsoft.com/office/officeart/2005/8/layout/orgChart1"/>
    <dgm:cxn modelId="{FEE9D7C4-B710-4EC1-9C3C-A8D28D7900A3}" srcId="{625DB591-931F-4223-85F9-0E17111F23A9}" destId="{10D0F350-D77D-4AA1-866C-164562A41DFA}" srcOrd="0" destOrd="0" parTransId="{F9327A28-2B2E-4235-9F6B-4004CC112B9C}" sibTransId="{3EDE09BB-FB53-459E-BAB4-C9CF5B17D12A}"/>
    <dgm:cxn modelId="{749E26CC-3EBD-46EF-B070-4D0988BB40A1}" type="presOf" srcId="{C794236E-4915-45CB-8CD6-206553182143}" destId="{11237DBB-1422-4972-885C-26E2016ED4CF}" srcOrd="0" destOrd="0" presId="urn:microsoft.com/office/officeart/2005/8/layout/orgChart1"/>
    <dgm:cxn modelId="{CFDF5FE4-EA7F-4F10-93C7-64886B3AF585}" srcId="{8B62FB36-CA7E-4076-9937-D24D8C3255C5}" destId="{625DB591-931F-4223-85F9-0E17111F23A9}" srcOrd="0" destOrd="0" parTransId="{1CE211F7-D6CF-487A-82D0-BEB0908FB5BE}" sibTransId="{9FF54B70-3EB9-429E-8BAC-A69B829463B2}"/>
    <dgm:cxn modelId="{366D3EFE-A35B-4F92-9E28-17E2C928407C}" type="presOf" srcId="{1F35B8EC-2E0A-4E44-BAF9-DB580648F886}" destId="{89914F9E-3A1A-4451-B596-3EC77E39BF27}" srcOrd="1" destOrd="0" presId="urn:microsoft.com/office/officeart/2005/8/layout/orgChart1"/>
    <dgm:cxn modelId="{2C3315FF-5534-4C0D-84DB-B003BAC9EB32}" type="presOf" srcId="{F9327A28-2B2E-4235-9F6B-4004CC112B9C}" destId="{4160D19D-94D4-4D25-ADC0-D1CA5B55319E}" srcOrd="0" destOrd="0" presId="urn:microsoft.com/office/officeart/2005/8/layout/orgChart1"/>
    <dgm:cxn modelId="{F8169622-41A7-4673-9A2B-9B0E6EF0C74A}" type="presParOf" srcId="{8495132B-28E0-466A-8946-8594D16C7F95}" destId="{9C3AE966-495A-4316-BEA6-FC63372BF2A1}" srcOrd="0" destOrd="0" presId="urn:microsoft.com/office/officeart/2005/8/layout/orgChart1"/>
    <dgm:cxn modelId="{B029CAD7-F56D-44E6-BE34-1ABD4B28A5E7}" type="presParOf" srcId="{9C3AE966-495A-4316-BEA6-FC63372BF2A1}" destId="{A0901DF6-3D83-45B2-9AD0-A81A43148DA2}" srcOrd="0" destOrd="0" presId="urn:microsoft.com/office/officeart/2005/8/layout/orgChart1"/>
    <dgm:cxn modelId="{85FC3CD4-3A32-4822-95BD-DC531C415AB7}" type="presParOf" srcId="{A0901DF6-3D83-45B2-9AD0-A81A43148DA2}" destId="{A2BEE6D5-E394-40C0-88EF-85E9A1C251B1}" srcOrd="0" destOrd="0" presId="urn:microsoft.com/office/officeart/2005/8/layout/orgChart1"/>
    <dgm:cxn modelId="{E7A2B225-6E1E-4B98-B21A-0EED979254BD}" type="presParOf" srcId="{A0901DF6-3D83-45B2-9AD0-A81A43148DA2}" destId="{4ECD11C9-AAB4-4399-BF97-B3495BDBA6A9}" srcOrd="1" destOrd="0" presId="urn:microsoft.com/office/officeart/2005/8/layout/orgChart1"/>
    <dgm:cxn modelId="{826CBE28-69E8-4C84-8464-96744219723C}" type="presParOf" srcId="{9C3AE966-495A-4316-BEA6-FC63372BF2A1}" destId="{D9F38C7D-9E20-4D5C-ABF8-4221442BCCF2}" srcOrd="1" destOrd="0" presId="urn:microsoft.com/office/officeart/2005/8/layout/orgChart1"/>
    <dgm:cxn modelId="{54224E06-DB2E-45E2-9FD8-57D6E8278FC8}" type="presParOf" srcId="{D9F38C7D-9E20-4D5C-ABF8-4221442BCCF2}" destId="{0C5563FC-9028-44D1-AE57-29441580F1A4}" srcOrd="0" destOrd="0" presId="urn:microsoft.com/office/officeart/2005/8/layout/orgChart1"/>
    <dgm:cxn modelId="{05B5C811-91E9-4530-B766-298A738E93B2}" type="presParOf" srcId="{D9F38C7D-9E20-4D5C-ABF8-4221442BCCF2}" destId="{B11F9A86-47CD-48DC-BD66-5B445F7AE136}" srcOrd="1" destOrd="0" presId="urn:microsoft.com/office/officeart/2005/8/layout/orgChart1"/>
    <dgm:cxn modelId="{8FB1A9EE-14DC-4A61-AB29-E086B3A26836}" type="presParOf" srcId="{B11F9A86-47CD-48DC-BD66-5B445F7AE136}" destId="{435838E5-A685-43A1-8EBF-1153BFA6B351}" srcOrd="0" destOrd="0" presId="urn:microsoft.com/office/officeart/2005/8/layout/orgChart1"/>
    <dgm:cxn modelId="{E50098CA-6CD3-4F7D-B04E-5DF546204251}" type="presParOf" srcId="{435838E5-A685-43A1-8EBF-1153BFA6B351}" destId="{806A8A36-2EDA-4041-8DDF-E98997B8D77E}" srcOrd="0" destOrd="0" presId="urn:microsoft.com/office/officeart/2005/8/layout/orgChart1"/>
    <dgm:cxn modelId="{2C420B12-CFD6-4B6D-8D6C-02EDD757427E}" type="presParOf" srcId="{435838E5-A685-43A1-8EBF-1153BFA6B351}" destId="{CC29E4EB-5B7B-495F-9A60-362ADEE579EE}" srcOrd="1" destOrd="0" presId="urn:microsoft.com/office/officeart/2005/8/layout/orgChart1"/>
    <dgm:cxn modelId="{9B08FD09-53E5-4975-86C2-C68BFA244EFD}" type="presParOf" srcId="{B11F9A86-47CD-48DC-BD66-5B445F7AE136}" destId="{E59AADA9-22F4-4EB9-B916-4B6BF0199C1D}" srcOrd="1" destOrd="0" presId="urn:microsoft.com/office/officeart/2005/8/layout/orgChart1"/>
    <dgm:cxn modelId="{77F09612-A7D0-4043-ACC1-BB7D89C87293}" type="presParOf" srcId="{E59AADA9-22F4-4EB9-B916-4B6BF0199C1D}" destId="{0FFE6395-8F0C-41FF-B552-DF0F1BD1ED6E}" srcOrd="0" destOrd="0" presId="urn:microsoft.com/office/officeart/2005/8/layout/orgChart1"/>
    <dgm:cxn modelId="{7F60FAFD-4063-42A1-A027-EF7635E2D0FD}" type="presParOf" srcId="{E59AADA9-22F4-4EB9-B916-4B6BF0199C1D}" destId="{B79DC930-B0F6-42E4-A9E7-E645F4349EA4}" srcOrd="1" destOrd="0" presId="urn:microsoft.com/office/officeart/2005/8/layout/orgChart1"/>
    <dgm:cxn modelId="{78B6CCF8-B9B7-485B-97C9-6750E8DBE604}" type="presParOf" srcId="{B79DC930-B0F6-42E4-A9E7-E645F4349EA4}" destId="{3CD48228-7842-4EBC-BEE5-4C1B6ECC7680}" srcOrd="0" destOrd="0" presId="urn:microsoft.com/office/officeart/2005/8/layout/orgChart1"/>
    <dgm:cxn modelId="{779F6A19-6014-4253-AB43-AF6C150C0A46}" type="presParOf" srcId="{3CD48228-7842-4EBC-BEE5-4C1B6ECC7680}" destId="{6339D0BA-F7D7-49EF-8AA5-8907C53BF0B0}" srcOrd="0" destOrd="0" presId="urn:microsoft.com/office/officeart/2005/8/layout/orgChart1"/>
    <dgm:cxn modelId="{00C5F64C-7868-48D6-B578-1444888F8CB3}" type="presParOf" srcId="{3CD48228-7842-4EBC-BEE5-4C1B6ECC7680}" destId="{7E0CBF07-4305-438C-BD8E-7EDF8108031A}" srcOrd="1" destOrd="0" presId="urn:microsoft.com/office/officeart/2005/8/layout/orgChart1"/>
    <dgm:cxn modelId="{846D4186-09B2-4BE3-B58F-C0A21DBADA31}" type="presParOf" srcId="{B79DC930-B0F6-42E4-A9E7-E645F4349EA4}" destId="{DA4E7AD6-E8DF-417F-B6CC-E53684362D2E}" srcOrd="1" destOrd="0" presId="urn:microsoft.com/office/officeart/2005/8/layout/orgChart1"/>
    <dgm:cxn modelId="{320D8C39-86DC-4996-A1BD-F9B43D118A06}" type="presParOf" srcId="{B79DC930-B0F6-42E4-A9E7-E645F4349EA4}" destId="{61B99E04-D990-43D3-B219-BE1BD1B78A6F}" srcOrd="2" destOrd="0" presId="urn:microsoft.com/office/officeart/2005/8/layout/orgChart1"/>
    <dgm:cxn modelId="{91C4553F-F20C-4F0A-9FC1-11DC64690BEB}" type="presParOf" srcId="{61B99E04-D990-43D3-B219-BE1BD1B78A6F}" destId="{11237DBB-1422-4972-885C-26E2016ED4CF}" srcOrd="0" destOrd="0" presId="urn:microsoft.com/office/officeart/2005/8/layout/orgChart1"/>
    <dgm:cxn modelId="{6B514887-4DF6-4494-BCFC-E34A0EA238E3}" type="presParOf" srcId="{61B99E04-D990-43D3-B219-BE1BD1B78A6F}" destId="{9A88FD02-E0FD-4EB5-9E42-7A237ADD0D1F}" srcOrd="1" destOrd="0" presId="urn:microsoft.com/office/officeart/2005/8/layout/orgChart1"/>
    <dgm:cxn modelId="{8B7F9591-7DB7-499C-AD7F-749F2E47714A}" type="presParOf" srcId="{9A88FD02-E0FD-4EB5-9E42-7A237ADD0D1F}" destId="{4F6DC3AD-080E-4580-950E-5650C45C0A2C}" srcOrd="0" destOrd="0" presId="urn:microsoft.com/office/officeart/2005/8/layout/orgChart1"/>
    <dgm:cxn modelId="{9466083A-082B-4356-88A7-42098BB1D452}" type="presParOf" srcId="{4F6DC3AD-080E-4580-950E-5650C45C0A2C}" destId="{28B087A7-BCE6-4CD0-A251-1E9ADD6E8EBA}" srcOrd="0" destOrd="0" presId="urn:microsoft.com/office/officeart/2005/8/layout/orgChart1"/>
    <dgm:cxn modelId="{66E00DCE-0752-4936-B845-8F6B4CFB45CD}" type="presParOf" srcId="{4F6DC3AD-080E-4580-950E-5650C45C0A2C}" destId="{89028357-C05C-493D-AB1E-1AF7ADB46AB1}" srcOrd="1" destOrd="0" presId="urn:microsoft.com/office/officeart/2005/8/layout/orgChart1"/>
    <dgm:cxn modelId="{3E54E2C8-FC03-4311-AD37-5B64F0DA909B}" type="presParOf" srcId="{9A88FD02-E0FD-4EB5-9E42-7A237ADD0D1F}" destId="{55FB6788-3953-42FF-B9EA-78E86AE0CF9E}" srcOrd="1" destOrd="0" presId="urn:microsoft.com/office/officeart/2005/8/layout/orgChart1"/>
    <dgm:cxn modelId="{801B262B-F64C-4B96-B7FF-65D8A9A087A3}" type="presParOf" srcId="{9A88FD02-E0FD-4EB5-9E42-7A237ADD0D1F}" destId="{DAF53DF0-132B-42BF-9C8F-BB3B25035144}" srcOrd="2" destOrd="0" presId="urn:microsoft.com/office/officeart/2005/8/layout/orgChart1"/>
    <dgm:cxn modelId="{C464DEFF-CB46-4641-B83D-07FE963D2FC7}" type="presParOf" srcId="{DAF53DF0-132B-42BF-9C8F-BB3B25035144}" destId="{0256072D-186A-431C-AE33-F9BF2B5B0254}" srcOrd="0" destOrd="0" presId="urn:microsoft.com/office/officeart/2005/8/layout/orgChart1"/>
    <dgm:cxn modelId="{CBB7B2D4-B229-42E8-9D4D-CB1061AB5B87}" type="presParOf" srcId="{DAF53DF0-132B-42BF-9C8F-BB3B25035144}" destId="{73AFFFE8-E182-4799-B208-498BD1411B41}" srcOrd="1" destOrd="0" presId="urn:microsoft.com/office/officeart/2005/8/layout/orgChart1"/>
    <dgm:cxn modelId="{11DF48C9-8B4B-4977-9CDA-88D9719A09EB}" type="presParOf" srcId="{73AFFFE8-E182-4799-B208-498BD1411B41}" destId="{321E8ABC-E751-48CE-A908-998CCD4FB17A}" srcOrd="0" destOrd="0" presId="urn:microsoft.com/office/officeart/2005/8/layout/orgChart1"/>
    <dgm:cxn modelId="{363B3113-77A9-4CA8-8A4C-C6DFFC2C2EF1}" type="presParOf" srcId="{321E8ABC-E751-48CE-A908-998CCD4FB17A}" destId="{8A9A15F7-DDBA-4C68-A3FB-C82FD228012D}" srcOrd="0" destOrd="0" presId="urn:microsoft.com/office/officeart/2005/8/layout/orgChart1"/>
    <dgm:cxn modelId="{42FD9853-F233-46AD-BE80-DD1D2C8C1F06}" type="presParOf" srcId="{321E8ABC-E751-48CE-A908-998CCD4FB17A}" destId="{040AC0E5-DA93-438B-91ED-7245110D65F4}" srcOrd="1" destOrd="0" presId="urn:microsoft.com/office/officeart/2005/8/layout/orgChart1"/>
    <dgm:cxn modelId="{1C6D50AB-C134-4622-A7C6-F8882E927395}" type="presParOf" srcId="{73AFFFE8-E182-4799-B208-498BD1411B41}" destId="{76F9E344-97A2-46E9-9381-B28144995865}" srcOrd="1" destOrd="0" presId="urn:microsoft.com/office/officeart/2005/8/layout/orgChart1"/>
    <dgm:cxn modelId="{609A51FE-8D83-497B-9D91-2C9ECB1BE623}" type="presParOf" srcId="{73AFFFE8-E182-4799-B208-498BD1411B41}" destId="{F8913C5F-7239-4FBD-8A36-D703048FCE6A}" srcOrd="2" destOrd="0" presId="urn:microsoft.com/office/officeart/2005/8/layout/orgChart1"/>
    <dgm:cxn modelId="{272A6E50-D033-4A32-BBD8-789419667517}" type="presParOf" srcId="{F8913C5F-7239-4FBD-8A36-D703048FCE6A}" destId="{4160D19D-94D4-4D25-ADC0-D1CA5B55319E}" srcOrd="0" destOrd="0" presId="urn:microsoft.com/office/officeart/2005/8/layout/orgChart1"/>
    <dgm:cxn modelId="{4442EBA8-C43D-48E9-9C5A-0AA8996AC873}" type="presParOf" srcId="{F8913C5F-7239-4FBD-8A36-D703048FCE6A}" destId="{413959A2-9D74-47DB-A4C1-4F35B15B47E2}" srcOrd="1" destOrd="0" presId="urn:microsoft.com/office/officeart/2005/8/layout/orgChart1"/>
    <dgm:cxn modelId="{589282ED-A2C8-4A92-8150-C4B9A7B7ABE6}" type="presParOf" srcId="{413959A2-9D74-47DB-A4C1-4F35B15B47E2}" destId="{41FFF6E6-6C2F-4CC5-95E1-EFA50A00E734}" srcOrd="0" destOrd="0" presId="urn:microsoft.com/office/officeart/2005/8/layout/orgChart1"/>
    <dgm:cxn modelId="{4B7A7582-580B-46A8-82F2-19CE5A97881F}" type="presParOf" srcId="{41FFF6E6-6C2F-4CC5-95E1-EFA50A00E734}" destId="{D64F713D-E238-4A89-80D0-D785BE0E9027}" srcOrd="0" destOrd="0" presId="urn:microsoft.com/office/officeart/2005/8/layout/orgChart1"/>
    <dgm:cxn modelId="{0A92E5D5-441A-4D0B-A99A-464256102384}" type="presParOf" srcId="{41FFF6E6-6C2F-4CC5-95E1-EFA50A00E734}" destId="{714D62C9-67AE-4D90-BDD9-E7E8CE7094D8}" srcOrd="1" destOrd="0" presId="urn:microsoft.com/office/officeart/2005/8/layout/orgChart1"/>
    <dgm:cxn modelId="{363FDF6B-1226-4A57-B252-BC93CC3B9D06}" type="presParOf" srcId="{413959A2-9D74-47DB-A4C1-4F35B15B47E2}" destId="{C0769558-5393-4DFD-B14F-D65F4944C590}" srcOrd="1" destOrd="0" presId="urn:microsoft.com/office/officeart/2005/8/layout/orgChart1"/>
    <dgm:cxn modelId="{14E495BE-EFD4-4160-9E8A-12F1AB9BC82D}" type="presParOf" srcId="{413959A2-9D74-47DB-A4C1-4F35B15B47E2}" destId="{00671481-2135-430B-8329-33C487E4513D}" srcOrd="2" destOrd="0" presId="urn:microsoft.com/office/officeart/2005/8/layout/orgChart1"/>
    <dgm:cxn modelId="{B8E5A631-C027-46DE-AF95-B65EC651AF7C}" type="presParOf" srcId="{00671481-2135-430B-8329-33C487E4513D}" destId="{D23FA623-89C7-4CDE-8DB4-67FD8CB24087}" srcOrd="0" destOrd="0" presId="urn:microsoft.com/office/officeart/2005/8/layout/orgChart1"/>
    <dgm:cxn modelId="{ACA7CEC4-59C7-4A93-9B5E-D7E95F5875E9}" type="presParOf" srcId="{00671481-2135-430B-8329-33C487E4513D}" destId="{EEDA0072-9DA8-4D6F-A384-F8C32AC72495}" srcOrd="1" destOrd="0" presId="urn:microsoft.com/office/officeart/2005/8/layout/orgChart1"/>
    <dgm:cxn modelId="{4F919891-F9A6-4A82-AFAE-954E8AE4D43E}" type="presParOf" srcId="{EEDA0072-9DA8-4D6F-A384-F8C32AC72495}" destId="{9A114607-2587-4647-A3D2-72450D02D756}" srcOrd="0" destOrd="0" presId="urn:microsoft.com/office/officeart/2005/8/layout/orgChart1"/>
    <dgm:cxn modelId="{34E96971-DB50-4280-A908-F12C408444F3}" type="presParOf" srcId="{9A114607-2587-4647-A3D2-72450D02D756}" destId="{C2DCD227-5637-4024-B293-0EA19B4BCC81}" srcOrd="0" destOrd="0" presId="urn:microsoft.com/office/officeart/2005/8/layout/orgChart1"/>
    <dgm:cxn modelId="{7544E30F-8462-43E1-828E-0A5E265932D2}" type="presParOf" srcId="{9A114607-2587-4647-A3D2-72450D02D756}" destId="{89914F9E-3A1A-4451-B596-3EC77E39BF27}" srcOrd="1" destOrd="0" presId="urn:microsoft.com/office/officeart/2005/8/layout/orgChart1"/>
    <dgm:cxn modelId="{2F6F5ED6-30AC-4940-8751-E6D58780AAF4}" type="presParOf" srcId="{EEDA0072-9DA8-4D6F-A384-F8C32AC72495}" destId="{C7B9CC8B-D995-406A-9EEC-AD6D0051EBB8}" srcOrd="1" destOrd="0" presId="urn:microsoft.com/office/officeart/2005/8/layout/orgChart1"/>
    <dgm:cxn modelId="{4B887E90-95B4-4E2E-9262-FED171066FAD}" type="presParOf" srcId="{EEDA0072-9DA8-4D6F-A384-F8C32AC72495}" destId="{C8B76DF3-E3B0-469A-8B85-F9DE30C28FF3}" srcOrd="2" destOrd="0" presId="urn:microsoft.com/office/officeart/2005/8/layout/orgChart1"/>
    <dgm:cxn modelId="{30916745-E733-402E-B654-28BF2BAFFAD7}" type="presParOf" srcId="{B11F9A86-47CD-48DC-BD66-5B445F7AE136}" destId="{E9008BC7-6639-459B-A671-B109A5C62FEC}" srcOrd="2" destOrd="0" presId="urn:microsoft.com/office/officeart/2005/8/layout/orgChart1"/>
    <dgm:cxn modelId="{730E5247-152F-4E1C-95E9-40327B58BD3C}" type="presParOf" srcId="{D9F38C7D-9E20-4D5C-ABF8-4221442BCCF2}" destId="{ADE78A00-FBF4-46EE-9320-29D6BD9E1414}" srcOrd="2" destOrd="0" presId="urn:microsoft.com/office/officeart/2005/8/layout/orgChart1"/>
    <dgm:cxn modelId="{5FD47DD6-8546-4D0A-80D0-5611B6259F43}" type="presParOf" srcId="{D9F38C7D-9E20-4D5C-ABF8-4221442BCCF2}" destId="{44D58878-B10A-45BC-9EBA-667D0B5AB7F9}" srcOrd="3" destOrd="0" presId="urn:microsoft.com/office/officeart/2005/8/layout/orgChart1"/>
    <dgm:cxn modelId="{DCAA1F43-C909-4B78-BD7F-BED8DE7D04C0}" type="presParOf" srcId="{44D58878-B10A-45BC-9EBA-667D0B5AB7F9}" destId="{25434D49-AD39-4C66-8E8E-F8994D4BFBB7}" srcOrd="0" destOrd="0" presId="urn:microsoft.com/office/officeart/2005/8/layout/orgChart1"/>
    <dgm:cxn modelId="{2B2C92C1-5545-4A59-AC7C-81CC67871D06}" type="presParOf" srcId="{25434D49-AD39-4C66-8E8E-F8994D4BFBB7}" destId="{13591709-310B-4FE3-BE7E-A6D2635FA431}" srcOrd="0" destOrd="0" presId="urn:microsoft.com/office/officeart/2005/8/layout/orgChart1"/>
    <dgm:cxn modelId="{9DAC06FD-D9A9-4599-B9C0-D40CD2B2FC23}" type="presParOf" srcId="{25434D49-AD39-4C66-8E8E-F8994D4BFBB7}" destId="{8D179EEE-1F27-4D18-9918-154F545DBA9C}" srcOrd="1" destOrd="0" presId="urn:microsoft.com/office/officeart/2005/8/layout/orgChart1"/>
    <dgm:cxn modelId="{3416F42D-9B46-4F9D-A00B-75C84129E864}" type="presParOf" srcId="{44D58878-B10A-45BC-9EBA-667D0B5AB7F9}" destId="{6FBB3DBC-DFE3-4775-9B57-783C3016B4D9}" srcOrd="1" destOrd="0" presId="urn:microsoft.com/office/officeart/2005/8/layout/orgChart1"/>
    <dgm:cxn modelId="{FC85380D-A5A2-46C5-A799-293E64F67271}" type="presParOf" srcId="{44D58878-B10A-45BC-9EBA-667D0B5AB7F9}" destId="{CADB35FC-1B52-4998-94E3-F170FCBC08A4}" srcOrd="2" destOrd="0" presId="urn:microsoft.com/office/officeart/2005/8/layout/orgChart1"/>
    <dgm:cxn modelId="{22CB1725-D0E0-425E-B5FB-93DCF81A693C}" type="presParOf" srcId="{9C3AE966-495A-4316-BEA6-FC63372BF2A1}" destId="{7883233A-BF37-4863-87F2-B8F537581BD5}"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5C8F5D9-6FD5-4C4B-AA07-0226D10B5644}" type="doc">
      <dgm:prSet loTypeId="urn:microsoft.com/office/officeart/2005/8/layout/arrow6" loCatId="relationship" qsTypeId="urn:microsoft.com/office/officeart/2005/8/quickstyle/simple1" qsCatId="simple" csTypeId="urn:microsoft.com/office/officeart/2005/8/colors/accent1_2" csCatId="accent1" phldr="1"/>
      <dgm:spPr/>
      <dgm:t>
        <a:bodyPr/>
        <a:lstStyle/>
        <a:p>
          <a:endParaRPr lang="en-US"/>
        </a:p>
      </dgm:t>
    </dgm:pt>
    <dgm:pt modelId="{6A05EEC1-846E-4099-B8AB-6CCB6A5EE6C1}">
      <dgm:prSet phldrT="[Text]"/>
      <dgm:spPr/>
      <dgm:t>
        <a:bodyPr/>
        <a:lstStyle/>
        <a:p>
          <a:pPr algn="ctr"/>
          <a:r>
            <a:rPr lang="en-US" b="1" dirty="0">
              <a:solidFill>
                <a:schemeClr val="tx1"/>
              </a:solidFill>
            </a:rPr>
            <a:t>Carbohydrates</a:t>
          </a:r>
        </a:p>
      </dgm:t>
    </dgm:pt>
    <dgm:pt modelId="{1D743963-9414-43A8-9BD7-36649948947D}" type="parTrans" cxnId="{CA8BF563-332E-478A-8C81-5DB8CB2D57A2}">
      <dgm:prSet/>
      <dgm:spPr/>
      <dgm:t>
        <a:bodyPr/>
        <a:lstStyle/>
        <a:p>
          <a:endParaRPr lang="en-US"/>
        </a:p>
      </dgm:t>
    </dgm:pt>
    <dgm:pt modelId="{29544F31-99A3-49CB-9981-DEFD8B44BEE8}" type="sibTrans" cxnId="{CA8BF563-332E-478A-8C81-5DB8CB2D57A2}">
      <dgm:prSet/>
      <dgm:spPr/>
      <dgm:t>
        <a:bodyPr/>
        <a:lstStyle/>
        <a:p>
          <a:endParaRPr lang="en-US"/>
        </a:p>
      </dgm:t>
    </dgm:pt>
    <dgm:pt modelId="{3D1991BA-FF9B-435A-A46E-8F81FF5BB544}">
      <dgm:prSet phldrT="[Text]"/>
      <dgm:spPr/>
      <dgm:t>
        <a:bodyPr/>
        <a:lstStyle/>
        <a:p>
          <a:r>
            <a:rPr lang="en-US" b="1" dirty="0">
              <a:solidFill>
                <a:schemeClr val="tx1"/>
              </a:solidFill>
            </a:rPr>
            <a:t>Glucose</a:t>
          </a:r>
        </a:p>
      </dgm:t>
    </dgm:pt>
    <dgm:pt modelId="{037C3B06-D6C8-445D-A7EC-7A190E575FB3}" type="parTrans" cxnId="{756157C2-D233-4188-B2FA-1D9F05440577}">
      <dgm:prSet/>
      <dgm:spPr/>
      <dgm:t>
        <a:bodyPr/>
        <a:lstStyle/>
        <a:p>
          <a:endParaRPr lang="en-US"/>
        </a:p>
      </dgm:t>
    </dgm:pt>
    <dgm:pt modelId="{263D0E68-C8D1-4AC1-A6FF-1D5C4B6A4C07}" type="sibTrans" cxnId="{756157C2-D233-4188-B2FA-1D9F05440577}">
      <dgm:prSet/>
      <dgm:spPr/>
      <dgm:t>
        <a:bodyPr/>
        <a:lstStyle/>
        <a:p>
          <a:endParaRPr lang="en-US"/>
        </a:p>
      </dgm:t>
    </dgm:pt>
    <dgm:pt modelId="{E5BD1203-63E6-487C-94DB-85E909D4258D}" type="pres">
      <dgm:prSet presAssocID="{45C8F5D9-6FD5-4C4B-AA07-0226D10B5644}" presName="compositeShape" presStyleCnt="0">
        <dgm:presLayoutVars>
          <dgm:chMax val="2"/>
          <dgm:dir/>
          <dgm:resizeHandles val="exact"/>
        </dgm:presLayoutVars>
      </dgm:prSet>
      <dgm:spPr/>
    </dgm:pt>
    <dgm:pt modelId="{B16F411A-DC3A-4BB4-9AFC-E88D54E7070C}" type="pres">
      <dgm:prSet presAssocID="{45C8F5D9-6FD5-4C4B-AA07-0226D10B5644}" presName="ribbon" presStyleLbl="node1" presStyleIdx="0" presStyleCnt="1" custScaleX="159260" custScaleY="100000" custLinFactNeighborX="3841">
        <dgm:style>
          <a:lnRef idx="1">
            <a:schemeClr val="accent5"/>
          </a:lnRef>
          <a:fillRef idx="2">
            <a:schemeClr val="accent5"/>
          </a:fillRef>
          <a:effectRef idx="1">
            <a:schemeClr val="accent5"/>
          </a:effectRef>
          <a:fontRef idx="minor">
            <a:schemeClr val="dk1"/>
          </a:fontRef>
        </dgm:style>
      </dgm:prSet>
      <dgm:spPr/>
    </dgm:pt>
    <dgm:pt modelId="{0DC0C44F-898F-4378-A299-EEDEC9E45ABC}" type="pres">
      <dgm:prSet presAssocID="{45C8F5D9-6FD5-4C4B-AA07-0226D10B5644}" presName="leftArrowText" presStyleLbl="node1" presStyleIdx="0" presStyleCnt="1" custLinFactNeighborX="-18820" custLinFactNeighborY="-3491">
        <dgm:presLayoutVars>
          <dgm:chMax val="0"/>
          <dgm:bulletEnabled val="1"/>
        </dgm:presLayoutVars>
      </dgm:prSet>
      <dgm:spPr/>
    </dgm:pt>
    <dgm:pt modelId="{CD48EA86-8B1D-4696-B078-CF35BE9C5F75}" type="pres">
      <dgm:prSet presAssocID="{45C8F5D9-6FD5-4C4B-AA07-0226D10B5644}" presName="rightArrowText" presStyleLbl="node1" presStyleIdx="0" presStyleCnt="1" custLinFactNeighborX="37787" custLinFactNeighborY="6821">
        <dgm:presLayoutVars>
          <dgm:chMax val="0"/>
          <dgm:bulletEnabled val="1"/>
        </dgm:presLayoutVars>
      </dgm:prSet>
      <dgm:spPr/>
    </dgm:pt>
  </dgm:ptLst>
  <dgm:cxnLst>
    <dgm:cxn modelId="{CA8BF563-332E-478A-8C81-5DB8CB2D57A2}" srcId="{45C8F5D9-6FD5-4C4B-AA07-0226D10B5644}" destId="{6A05EEC1-846E-4099-B8AB-6CCB6A5EE6C1}" srcOrd="0" destOrd="0" parTransId="{1D743963-9414-43A8-9BD7-36649948947D}" sibTransId="{29544F31-99A3-49CB-9981-DEFD8B44BEE8}"/>
    <dgm:cxn modelId="{4F03D7BD-F4A6-4520-BBBB-19DF6BA2765F}" type="presOf" srcId="{6A05EEC1-846E-4099-B8AB-6CCB6A5EE6C1}" destId="{0DC0C44F-898F-4378-A299-EEDEC9E45ABC}" srcOrd="0" destOrd="0" presId="urn:microsoft.com/office/officeart/2005/8/layout/arrow6"/>
    <dgm:cxn modelId="{756157C2-D233-4188-B2FA-1D9F05440577}" srcId="{45C8F5D9-6FD5-4C4B-AA07-0226D10B5644}" destId="{3D1991BA-FF9B-435A-A46E-8F81FF5BB544}" srcOrd="1" destOrd="0" parTransId="{037C3B06-D6C8-445D-A7EC-7A190E575FB3}" sibTransId="{263D0E68-C8D1-4AC1-A6FF-1D5C4B6A4C07}"/>
    <dgm:cxn modelId="{83C9A8D1-1389-4067-9F95-3CBEBE93B2F8}" type="presOf" srcId="{3D1991BA-FF9B-435A-A46E-8F81FF5BB544}" destId="{CD48EA86-8B1D-4696-B078-CF35BE9C5F75}" srcOrd="0" destOrd="0" presId="urn:microsoft.com/office/officeart/2005/8/layout/arrow6"/>
    <dgm:cxn modelId="{2482AAE2-4085-4F47-A63A-1444406D00EC}" type="presOf" srcId="{45C8F5D9-6FD5-4C4B-AA07-0226D10B5644}" destId="{E5BD1203-63E6-487C-94DB-85E909D4258D}" srcOrd="0" destOrd="0" presId="urn:microsoft.com/office/officeart/2005/8/layout/arrow6"/>
    <dgm:cxn modelId="{944C92A9-266F-445B-8611-90B4ABA729BF}" type="presParOf" srcId="{E5BD1203-63E6-487C-94DB-85E909D4258D}" destId="{B16F411A-DC3A-4BB4-9AFC-E88D54E7070C}" srcOrd="0" destOrd="0" presId="urn:microsoft.com/office/officeart/2005/8/layout/arrow6"/>
    <dgm:cxn modelId="{F75DB369-270E-4CAF-B006-584B3AB8E4E6}" type="presParOf" srcId="{E5BD1203-63E6-487C-94DB-85E909D4258D}" destId="{0DC0C44F-898F-4378-A299-EEDEC9E45ABC}" srcOrd="1" destOrd="0" presId="urn:microsoft.com/office/officeart/2005/8/layout/arrow6"/>
    <dgm:cxn modelId="{7CEFE570-8B81-40C4-9BEC-5CF8C74AC4AB}" type="presParOf" srcId="{E5BD1203-63E6-487C-94DB-85E909D4258D}" destId="{CD48EA86-8B1D-4696-B078-CF35BE9C5F75}" srcOrd="2" destOrd="0" presId="urn:microsoft.com/office/officeart/2005/8/layout/arrow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05D5228-AE4E-439C-94DA-9662F6764220}"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GB"/>
        </a:p>
      </dgm:t>
    </dgm:pt>
    <dgm:pt modelId="{D98244F8-261A-44C0-A39E-608B649F50F3}">
      <dgm:prSet phldrT="[Text]">
        <dgm:style>
          <a:lnRef idx="1">
            <a:schemeClr val="accent2"/>
          </a:lnRef>
          <a:fillRef idx="2">
            <a:schemeClr val="accent2"/>
          </a:fillRef>
          <a:effectRef idx="1">
            <a:schemeClr val="accent2"/>
          </a:effectRef>
          <a:fontRef idx="minor">
            <a:schemeClr val="dk1"/>
          </a:fontRef>
        </dgm:style>
      </dgm:prSet>
      <dgm:spPr/>
      <dgm:t>
        <a:bodyPr/>
        <a:lstStyle/>
        <a:p>
          <a:r>
            <a:rPr lang="en-US" b="1" dirty="0">
              <a:solidFill>
                <a:schemeClr val="tx1"/>
              </a:solidFill>
              <a:latin typeface="Verdana"/>
              <a:ea typeface="Calibri"/>
              <a:cs typeface="CelesteOT"/>
            </a:rPr>
            <a:t>Starch and Glycogen</a:t>
          </a:r>
          <a:endParaRPr lang="en-GB" dirty="0">
            <a:solidFill>
              <a:schemeClr val="tx1"/>
            </a:solidFill>
          </a:endParaRPr>
        </a:p>
      </dgm:t>
    </dgm:pt>
    <dgm:pt modelId="{57E93E81-8EA8-4EA2-8E35-04FF3E7AA65B}" type="parTrans" cxnId="{4D310874-CB9F-4B15-9564-99D8AFE5CCF2}">
      <dgm:prSet/>
      <dgm:spPr/>
      <dgm:t>
        <a:bodyPr/>
        <a:lstStyle/>
        <a:p>
          <a:endParaRPr lang="en-GB"/>
        </a:p>
      </dgm:t>
    </dgm:pt>
    <dgm:pt modelId="{4055C6CD-A2AD-47AE-A0E4-33DD50927BB4}" type="sibTrans" cxnId="{4D310874-CB9F-4B15-9564-99D8AFE5CCF2}">
      <dgm:prSet/>
      <dgm:spPr/>
      <dgm:t>
        <a:bodyPr/>
        <a:lstStyle/>
        <a:p>
          <a:endParaRPr lang="en-GB"/>
        </a:p>
      </dgm:t>
    </dgm:pt>
    <dgm:pt modelId="{EEFB4AAC-B8E1-4A3C-8554-4BC070E779D6}">
      <dgm:prSet phldrT="[Text]">
        <dgm:style>
          <a:lnRef idx="1">
            <a:schemeClr val="accent2"/>
          </a:lnRef>
          <a:fillRef idx="2">
            <a:schemeClr val="accent2"/>
          </a:fillRef>
          <a:effectRef idx="1">
            <a:schemeClr val="accent2"/>
          </a:effectRef>
          <a:fontRef idx="minor">
            <a:schemeClr val="dk1"/>
          </a:fontRef>
        </dgm:style>
      </dgm:prSet>
      <dgm:spPr/>
      <dgm:t>
        <a:bodyPr/>
        <a:lstStyle/>
        <a:p>
          <a:pPr algn="l"/>
          <a:r>
            <a:rPr lang="en-US" dirty="0">
              <a:latin typeface="Verdana"/>
              <a:ea typeface="Calibri"/>
              <a:cs typeface="CelesteOT"/>
            </a:rPr>
            <a:t>Starch is energy storage molecule in plants</a:t>
          </a:r>
          <a:endParaRPr lang="en-GB" dirty="0"/>
        </a:p>
      </dgm:t>
    </dgm:pt>
    <dgm:pt modelId="{F47C5EBF-2F35-45C7-B016-01997323F514}" type="parTrans" cxnId="{DEE47B6E-3C3E-4426-B26A-E586628681FC}">
      <dgm:prSet/>
      <dgm:spPr/>
      <dgm:t>
        <a:bodyPr/>
        <a:lstStyle/>
        <a:p>
          <a:endParaRPr lang="en-GB"/>
        </a:p>
      </dgm:t>
    </dgm:pt>
    <dgm:pt modelId="{9506B449-6C56-4BC7-A9DE-148BF0B053C4}" type="sibTrans" cxnId="{DEE47B6E-3C3E-4426-B26A-E586628681FC}">
      <dgm:prSet/>
      <dgm:spPr/>
      <dgm:t>
        <a:bodyPr/>
        <a:lstStyle/>
        <a:p>
          <a:endParaRPr lang="en-GB"/>
        </a:p>
      </dgm:t>
    </dgm:pt>
    <dgm:pt modelId="{234D03F5-3416-4593-A765-EA6BD560F7C7}">
      <dgm:prSet phldrT="[Text]">
        <dgm:style>
          <a:lnRef idx="1">
            <a:schemeClr val="accent6"/>
          </a:lnRef>
          <a:fillRef idx="2">
            <a:schemeClr val="accent6"/>
          </a:fillRef>
          <a:effectRef idx="1">
            <a:schemeClr val="accent6"/>
          </a:effectRef>
          <a:fontRef idx="minor">
            <a:schemeClr val="dk1"/>
          </a:fontRef>
        </dgm:style>
      </dgm:prSet>
      <dgm:spPr/>
      <dgm:t>
        <a:bodyPr/>
        <a:lstStyle/>
        <a:p>
          <a:r>
            <a:rPr lang="en-US" b="1" dirty="0">
              <a:solidFill>
                <a:schemeClr val="tx1"/>
              </a:solidFill>
              <a:latin typeface="Verdana"/>
              <a:ea typeface="Calibri"/>
              <a:cs typeface="CelesteOT"/>
            </a:rPr>
            <a:t>Cellulose</a:t>
          </a:r>
          <a:endParaRPr lang="en-GB" dirty="0">
            <a:solidFill>
              <a:schemeClr val="tx1"/>
            </a:solidFill>
          </a:endParaRPr>
        </a:p>
      </dgm:t>
    </dgm:pt>
    <dgm:pt modelId="{C0EF7D14-1204-4C76-B3D8-68B55A08C119}" type="parTrans" cxnId="{72F0E303-70E5-4FBE-9AE9-EAD29ACD2FBB}">
      <dgm:prSet/>
      <dgm:spPr/>
      <dgm:t>
        <a:bodyPr/>
        <a:lstStyle/>
        <a:p>
          <a:endParaRPr lang="en-GB"/>
        </a:p>
      </dgm:t>
    </dgm:pt>
    <dgm:pt modelId="{4BE2EE9D-B8F2-41FE-A2CA-552D24984615}" type="sibTrans" cxnId="{72F0E303-70E5-4FBE-9AE9-EAD29ACD2FBB}">
      <dgm:prSet/>
      <dgm:spPr/>
      <dgm:t>
        <a:bodyPr/>
        <a:lstStyle/>
        <a:p>
          <a:endParaRPr lang="en-GB"/>
        </a:p>
      </dgm:t>
    </dgm:pt>
    <dgm:pt modelId="{13B0C8FE-C1AE-41BB-9ED6-96C737F9480D}">
      <dgm:prSet phldrT="[Text]">
        <dgm:style>
          <a:lnRef idx="1">
            <a:schemeClr val="accent6"/>
          </a:lnRef>
          <a:fillRef idx="2">
            <a:schemeClr val="accent6"/>
          </a:fillRef>
          <a:effectRef idx="1">
            <a:schemeClr val="accent6"/>
          </a:effectRef>
          <a:fontRef idx="minor">
            <a:schemeClr val="dk1"/>
          </a:fontRef>
        </dgm:style>
      </dgm:prSet>
      <dgm:spPr/>
      <dgm:t>
        <a:bodyPr/>
        <a:lstStyle/>
        <a:p>
          <a:r>
            <a:rPr lang="en-US" dirty="0">
              <a:latin typeface="Verdana"/>
              <a:ea typeface="Calibri"/>
              <a:cs typeface="CelesteOT"/>
            </a:rPr>
            <a:t>Different bond formed than starch</a:t>
          </a:r>
          <a:endParaRPr lang="en-GB" dirty="0"/>
        </a:p>
      </dgm:t>
    </dgm:pt>
    <dgm:pt modelId="{EAD70233-48EE-4041-AA43-B7651AF174F8}" type="parTrans" cxnId="{5092737B-EEBD-47E8-B0EF-0EC2CC8B8DA1}">
      <dgm:prSet/>
      <dgm:spPr/>
      <dgm:t>
        <a:bodyPr/>
        <a:lstStyle/>
        <a:p>
          <a:endParaRPr lang="en-GB"/>
        </a:p>
      </dgm:t>
    </dgm:pt>
    <dgm:pt modelId="{78B4F7BC-D92D-4ED8-A1DC-778D33C2824B}" type="sibTrans" cxnId="{5092737B-EEBD-47E8-B0EF-0EC2CC8B8DA1}">
      <dgm:prSet/>
      <dgm:spPr/>
      <dgm:t>
        <a:bodyPr/>
        <a:lstStyle/>
        <a:p>
          <a:endParaRPr lang="en-GB"/>
        </a:p>
      </dgm:t>
    </dgm:pt>
    <dgm:pt modelId="{03C869D9-E997-4332-BE75-1349D727BCE7}">
      <dgm:prSet phldrT="[Text]">
        <dgm:style>
          <a:lnRef idx="1">
            <a:schemeClr val="accent4"/>
          </a:lnRef>
          <a:fillRef idx="2">
            <a:schemeClr val="accent4"/>
          </a:fillRef>
          <a:effectRef idx="1">
            <a:schemeClr val="accent4"/>
          </a:effectRef>
          <a:fontRef idx="minor">
            <a:schemeClr val="dk1"/>
          </a:fontRef>
        </dgm:style>
      </dgm:prSet>
      <dgm:spPr/>
      <dgm:t>
        <a:bodyPr/>
        <a:lstStyle/>
        <a:p>
          <a:r>
            <a:rPr lang="en-US" b="1" dirty="0">
              <a:solidFill>
                <a:schemeClr val="tx1"/>
              </a:solidFill>
              <a:latin typeface="Verdana"/>
              <a:ea typeface="Calibri"/>
              <a:cs typeface="CelesteOT"/>
            </a:rPr>
            <a:t>Chitin</a:t>
          </a:r>
          <a:endParaRPr lang="en-GB" dirty="0">
            <a:solidFill>
              <a:schemeClr val="tx1"/>
            </a:solidFill>
          </a:endParaRPr>
        </a:p>
      </dgm:t>
    </dgm:pt>
    <dgm:pt modelId="{2B483835-A5D3-4224-B8A8-974874315BDF}" type="parTrans" cxnId="{45C9B836-5CEE-4B44-B691-C6F9455B514E}">
      <dgm:prSet/>
      <dgm:spPr/>
      <dgm:t>
        <a:bodyPr/>
        <a:lstStyle/>
        <a:p>
          <a:endParaRPr lang="en-GB"/>
        </a:p>
      </dgm:t>
    </dgm:pt>
    <dgm:pt modelId="{C67E0231-A185-4507-A434-55577896D88E}" type="sibTrans" cxnId="{45C9B836-5CEE-4B44-B691-C6F9455B514E}">
      <dgm:prSet/>
      <dgm:spPr/>
      <dgm:t>
        <a:bodyPr/>
        <a:lstStyle/>
        <a:p>
          <a:endParaRPr lang="en-GB"/>
        </a:p>
      </dgm:t>
    </dgm:pt>
    <dgm:pt modelId="{3627F910-F548-4783-82D9-C22CCB967310}">
      <dgm:prSet phldrT="[Text]">
        <dgm:style>
          <a:lnRef idx="1">
            <a:schemeClr val="accent4"/>
          </a:lnRef>
          <a:fillRef idx="2">
            <a:schemeClr val="accent4"/>
          </a:fillRef>
          <a:effectRef idx="1">
            <a:schemeClr val="accent4"/>
          </a:effectRef>
          <a:fontRef idx="minor">
            <a:schemeClr val="dk1"/>
          </a:fontRef>
        </dgm:style>
      </dgm:prSet>
      <dgm:spPr/>
      <dgm:t>
        <a:bodyPr/>
        <a:lstStyle/>
        <a:p>
          <a:r>
            <a:rPr lang="en-US" dirty="0">
              <a:latin typeface="Verdana"/>
              <a:ea typeface="Calibri"/>
              <a:cs typeface="CelesteOT"/>
            </a:rPr>
            <a:t>Partly derived from non-sugars (nitrogen)</a:t>
          </a:r>
          <a:endParaRPr lang="en-GB" dirty="0"/>
        </a:p>
      </dgm:t>
    </dgm:pt>
    <dgm:pt modelId="{752E371C-8BB6-4B9D-94E4-F06DD4F63073}" type="parTrans" cxnId="{98E4A093-118A-4306-ACFE-D2EABAB714C0}">
      <dgm:prSet/>
      <dgm:spPr/>
      <dgm:t>
        <a:bodyPr/>
        <a:lstStyle/>
        <a:p>
          <a:endParaRPr lang="en-GB"/>
        </a:p>
      </dgm:t>
    </dgm:pt>
    <dgm:pt modelId="{3343C89E-D8E7-4955-B048-66160F7126A9}" type="sibTrans" cxnId="{98E4A093-118A-4306-ACFE-D2EABAB714C0}">
      <dgm:prSet/>
      <dgm:spPr/>
      <dgm:t>
        <a:bodyPr/>
        <a:lstStyle/>
        <a:p>
          <a:endParaRPr lang="en-GB"/>
        </a:p>
      </dgm:t>
    </dgm:pt>
    <dgm:pt modelId="{9F2A341E-09D1-45E0-9A88-E615CD0E9F19}">
      <dgm:prSet/>
      <dgm:spPr/>
      <dgm:t>
        <a:bodyPr/>
        <a:lstStyle/>
        <a:p>
          <a:pPr algn="l"/>
          <a:r>
            <a:rPr lang="en-US" dirty="0">
              <a:latin typeface="Verdana"/>
              <a:ea typeface="Calibri"/>
              <a:cs typeface="CelesteOT"/>
            </a:rPr>
            <a:t>Glycogen is energy storage molecule in animals.</a:t>
          </a:r>
          <a:endParaRPr lang="en-US" dirty="0">
            <a:latin typeface="Calibri"/>
            <a:ea typeface="Calibri"/>
            <a:cs typeface="Times New Roman"/>
          </a:endParaRPr>
        </a:p>
      </dgm:t>
    </dgm:pt>
    <dgm:pt modelId="{29FC08F3-7EB0-4790-93F3-2E062A6E068A}" type="parTrans" cxnId="{2515F6C3-9954-4968-B7FD-D6C637504746}">
      <dgm:prSet/>
      <dgm:spPr/>
      <dgm:t>
        <a:bodyPr/>
        <a:lstStyle/>
        <a:p>
          <a:endParaRPr lang="en-GB"/>
        </a:p>
      </dgm:t>
    </dgm:pt>
    <dgm:pt modelId="{4D19ECD2-F668-4948-BF81-3B52E79913C9}" type="sibTrans" cxnId="{2515F6C3-9954-4968-B7FD-D6C637504746}">
      <dgm:prSet/>
      <dgm:spPr/>
      <dgm:t>
        <a:bodyPr/>
        <a:lstStyle/>
        <a:p>
          <a:endParaRPr lang="en-GB"/>
        </a:p>
      </dgm:t>
    </dgm:pt>
    <dgm:pt modelId="{33623A54-753C-4E44-9D1C-9F5FEF015DAA}">
      <dgm:prSet/>
      <dgm:spPr/>
      <dgm:t>
        <a:bodyPr/>
        <a:lstStyle/>
        <a:p>
          <a:pPr algn="l"/>
          <a:r>
            <a:rPr lang="en-US" dirty="0">
              <a:latin typeface="Verdana"/>
              <a:ea typeface="Calibri"/>
              <a:cs typeface="CelesteOT"/>
            </a:rPr>
            <a:t>Starch and glycogen can be digested by animals.</a:t>
          </a:r>
          <a:endParaRPr lang="en-US" dirty="0">
            <a:latin typeface="Calibri"/>
            <a:ea typeface="Calibri"/>
            <a:cs typeface="Times New Roman"/>
          </a:endParaRPr>
        </a:p>
      </dgm:t>
    </dgm:pt>
    <dgm:pt modelId="{0567219D-0B93-49D3-9B83-F7BD630F4A19}" type="parTrans" cxnId="{0F8DE40D-87B4-4782-A677-D52556B1AFF9}">
      <dgm:prSet/>
      <dgm:spPr/>
      <dgm:t>
        <a:bodyPr/>
        <a:lstStyle/>
        <a:p>
          <a:endParaRPr lang="en-GB"/>
        </a:p>
      </dgm:t>
    </dgm:pt>
    <dgm:pt modelId="{83BB44AB-4992-4D0B-BC2E-47D0338BC343}" type="sibTrans" cxnId="{0F8DE40D-87B4-4782-A677-D52556B1AFF9}">
      <dgm:prSet/>
      <dgm:spPr/>
      <dgm:t>
        <a:bodyPr/>
        <a:lstStyle/>
        <a:p>
          <a:endParaRPr lang="en-GB"/>
        </a:p>
      </dgm:t>
    </dgm:pt>
    <dgm:pt modelId="{884C2005-0D66-447F-9454-97FC2285992A}">
      <dgm:prSet/>
      <dgm:spPr/>
      <dgm:t>
        <a:bodyPr/>
        <a:lstStyle/>
        <a:p>
          <a:r>
            <a:rPr lang="en-US">
              <a:latin typeface="Verdana"/>
              <a:ea typeface="Calibri"/>
              <a:cs typeface="CelesteOT"/>
            </a:rPr>
            <a:t>Structural component in plants</a:t>
          </a:r>
          <a:endParaRPr lang="en-US" dirty="0">
            <a:latin typeface="Calibri"/>
            <a:ea typeface="Calibri"/>
            <a:cs typeface="Times New Roman"/>
          </a:endParaRPr>
        </a:p>
      </dgm:t>
    </dgm:pt>
    <dgm:pt modelId="{F9CB8FD2-F55C-44C5-A754-77755790DDB8}" type="parTrans" cxnId="{05FE3B3C-CFB5-4252-934A-C8097F4109B4}">
      <dgm:prSet/>
      <dgm:spPr/>
      <dgm:t>
        <a:bodyPr/>
        <a:lstStyle/>
        <a:p>
          <a:endParaRPr lang="en-GB"/>
        </a:p>
      </dgm:t>
    </dgm:pt>
    <dgm:pt modelId="{926CA47F-6BB2-42EB-BF13-82F23FE90F74}" type="sibTrans" cxnId="{05FE3B3C-CFB5-4252-934A-C8097F4109B4}">
      <dgm:prSet/>
      <dgm:spPr/>
      <dgm:t>
        <a:bodyPr/>
        <a:lstStyle/>
        <a:p>
          <a:endParaRPr lang="en-GB"/>
        </a:p>
      </dgm:t>
    </dgm:pt>
    <dgm:pt modelId="{4F7AF1BA-4C38-4842-B2ED-0E6CC4AC00AB}">
      <dgm:prSet/>
      <dgm:spPr/>
      <dgm:t>
        <a:bodyPr/>
        <a:lstStyle/>
        <a:p>
          <a:r>
            <a:rPr lang="en-US" dirty="0">
              <a:latin typeface="Verdana"/>
              <a:ea typeface="Calibri"/>
              <a:cs typeface="CelesteOT"/>
            </a:rPr>
            <a:t>Cannot be digested by animals</a:t>
          </a:r>
          <a:endParaRPr lang="en-US" dirty="0">
            <a:latin typeface="Calibri"/>
            <a:ea typeface="Calibri"/>
            <a:cs typeface="Times New Roman"/>
          </a:endParaRPr>
        </a:p>
      </dgm:t>
    </dgm:pt>
    <dgm:pt modelId="{1C3C1E2C-BEC5-47BB-9126-BC00D02404AF}" type="parTrans" cxnId="{AAF5D40E-115B-4EA8-93D2-BBE3235D63BB}">
      <dgm:prSet/>
      <dgm:spPr/>
      <dgm:t>
        <a:bodyPr/>
        <a:lstStyle/>
        <a:p>
          <a:endParaRPr lang="en-GB"/>
        </a:p>
      </dgm:t>
    </dgm:pt>
    <dgm:pt modelId="{B69D30F2-9C48-4AC7-958C-3A6A97D69B79}" type="sibTrans" cxnId="{AAF5D40E-115B-4EA8-93D2-BBE3235D63BB}">
      <dgm:prSet/>
      <dgm:spPr/>
      <dgm:t>
        <a:bodyPr/>
        <a:lstStyle/>
        <a:p>
          <a:endParaRPr lang="en-GB"/>
        </a:p>
      </dgm:t>
    </dgm:pt>
    <dgm:pt modelId="{18176E21-0E20-4CB3-8B15-332066AEDF09}">
      <dgm:prSet/>
      <dgm:spPr/>
      <dgm:t>
        <a:bodyPr/>
        <a:lstStyle/>
        <a:p>
          <a:r>
            <a:rPr lang="en-US" dirty="0">
              <a:latin typeface="Verdana"/>
              <a:ea typeface="Calibri"/>
              <a:cs typeface="CelesteOT"/>
            </a:rPr>
            <a:t>Composes exoskeletons of insects</a:t>
          </a:r>
          <a:endParaRPr lang="en-US" dirty="0">
            <a:latin typeface="Calibri"/>
            <a:ea typeface="Calibri"/>
            <a:cs typeface="Times New Roman"/>
          </a:endParaRPr>
        </a:p>
      </dgm:t>
    </dgm:pt>
    <dgm:pt modelId="{77A30B38-FC8A-4DFE-9A96-9715FD29EC72}" type="parTrans" cxnId="{62F08569-4534-41F6-926B-9528BABD77C5}">
      <dgm:prSet/>
      <dgm:spPr/>
      <dgm:t>
        <a:bodyPr/>
        <a:lstStyle/>
        <a:p>
          <a:endParaRPr lang="en-GB"/>
        </a:p>
      </dgm:t>
    </dgm:pt>
    <dgm:pt modelId="{DDAEDA7F-D04A-4790-A3B0-4CCFA8112265}" type="sibTrans" cxnId="{62F08569-4534-41F6-926B-9528BABD77C5}">
      <dgm:prSet/>
      <dgm:spPr/>
      <dgm:t>
        <a:bodyPr/>
        <a:lstStyle/>
        <a:p>
          <a:endParaRPr lang="en-GB"/>
        </a:p>
      </dgm:t>
    </dgm:pt>
    <dgm:pt modelId="{372781B9-7678-4216-A838-DCB240867DDD}" type="pres">
      <dgm:prSet presAssocID="{D05D5228-AE4E-439C-94DA-9662F6764220}" presName="Name0" presStyleCnt="0">
        <dgm:presLayoutVars>
          <dgm:dir/>
          <dgm:animLvl val="lvl"/>
          <dgm:resizeHandles val="exact"/>
        </dgm:presLayoutVars>
      </dgm:prSet>
      <dgm:spPr/>
    </dgm:pt>
    <dgm:pt modelId="{132047E8-D5BF-4157-B9D0-8482C16CFB18}" type="pres">
      <dgm:prSet presAssocID="{D98244F8-261A-44C0-A39E-608B649F50F3}" presName="composite" presStyleCnt="0"/>
      <dgm:spPr/>
    </dgm:pt>
    <dgm:pt modelId="{0CFC3713-F30A-4C09-B5F9-472629774583}" type="pres">
      <dgm:prSet presAssocID="{D98244F8-261A-44C0-A39E-608B649F50F3}" presName="parTx" presStyleLbl="alignNode1" presStyleIdx="0" presStyleCnt="3">
        <dgm:presLayoutVars>
          <dgm:chMax val="0"/>
          <dgm:chPref val="0"/>
          <dgm:bulletEnabled val="1"/>
        </dgm:presLayoutVars>
      </dgm:prSet>
      <dgm:spPr/>
    </dgm:pt>
    <dgm:pt modelId="{269C81A5-D1FE-4FB6-A8B8-7A19F1A1A10D}" type="pres">
      <dgm:prSet presAssocID="{D98244F8-261A-44C0-A39E-608B649F50F3}" presName="desTx" presStyleLbl="alignAccFollowNode1" presStyleIdx="0" presStyleCnt="3">
        <dgm:presLayoutVars>
          <dgm:bulletEnabled val="1"/>
        </dgm:presLayoutVars>
      </dgm:prSet>
      <dgm:spPr/>
    </dgm:pt>
    <dgm:pt modelId="{1ECC0B7A-1DBD-432B-A03C-CB75A74A4884}" type="pres">
      <dgm:prSet presAssocID="{4055C6CD-A2AD-47AE-A0E4-33DD50927BB4}" presName="space" presStyleCnt="0"/>
      <dgm:spPr/>
    </dgm:pt>
    <dgm:pt modelId="{37D4B7D9-AD6D-4F30-B701-24C86159DB32}" type="pres">
      <dgm:prSet presAssocID="{234D03F5-3416-4593-A765-EA6BD560F7C7}" presName="composite" presStyleCnt="0"/>
      <dgm:spPr/>
    </dgm:pt>
    <dgm:pt modelId="{83A09C9C-CCF4-4CF6-AB62-5E36FA06C80F}" type="pres">
      <dgm:prSet presAssocID="{234D03F5-3416-4593-A765-EA6BD560F7C7}" presName="parTx" presStyleLbl="alignNode1" presStyleIdx="1" presStyleCnt="3">
        <dgm:presLayoutVars>
          <dgm:chMax val="0"/>
          <dgm:chPref val="0"/>
          <dgm:bulletEnabled val="1"/>
        </dgm:presLayoutVars>
      </dgm:prSet>
      <dgm:spPr/>
    </dgm:pt>
    <dgm:pt modelId="{06981F94-CDE0-406E-90B0-5C31BE7919DE}" type="pres">
      <dgm:prSet presAssocID="{234D03F5-3416-4593-A765-EA6BD560F7C7}" presName="desTx" presStyleLbl="alignAccFollowNode1" presStyleIdx="1" presStyleCnt="3">
        <dgm:presLayoutVars>
          <dgm:bulletEnabled val="1"/>
        </dgm:presLayoutVars>
      </dgm:prSet>
      <dgm:spPr/>
    </dgm:pt>
    <dgm:pt modelId="{C43C99F9-6DBA-4439-8904-A2A443847FFB}" type="pres">
      <dgm:prSet presAssocID="{4BE2EE9D-B8F2-41FE-A2CA-552D24984615}" presName="space" presStyleCnt="0"/>
      <dgm:spPr/>
    </dgm:pt>
    <dgm:pt modelId="{16ECEF44-0CFA-4050-9D52-9BFFA84B2BC0}" type="pres">
      <dgm:prSet presAssocID="{03C869D9-E997-4332-BE75-1349D727BCE7}" presName="composite" presStyleCnt="0"/>
      <dgm:spPr/>
    </dgm:pt>
    <dgm:pt modelId="{1818028A-205C-4AFC-BEC3-EAB84D021573}" type="pres">
      <dgm:prSet presAssocID="{03C869D9-E997-4332-BE75-1349D727BCE7}" presName="parTx" presStyleLbl="alignNode1" presStyleIdx="2" presStyleCnt="3">
        <dgm:presLayoutVars>
          <dgm:chMax val="0"/>
          <dgm:chPref val="0"/>
          <dgm:bulletEnabled val="1"/>
        </dgm:presLayoutVars>
      </dgm:prSet>
      <dgm:spPr/>
    </dgm:pt>
    <dgm:pt modelId="{657518D8-E168-4FB4-9653-A65C629FC3B9}" type="pres">
      <dgm:prSet presAssocID="{03C869D9-E997-4332-BE75-1349D727BCE7}" presName="desTx" presStyleLbl="alignAccFollowNode1" presStyleIdx="2" presStyleCnt="3">
        <dgm:presLayoutVars>
          <dgm:bulletEnabled val="1"/>
        </dgm:presLayoutVars>
      </dgm:prSet>
      <dgm:spPr/>
    </dgm:pt>
  </dgm:ptLst>
  <dgm:cxnLst>
    <dgm:cxn modelId="{CD3A3900-2F18-472C-8C9D-03675DE7811C}" type="presOf" srcId="{03C869D9-E997-4332-BE75-1349D727BCE7}" destId="{1818028A-205C-4AFC-BEC3-EAB84D021573}" srcOrd="0" destOrd="0" presId="urn:microsoft.com/office/officeart/2005/8/layout/hList1"/>
    <dgm:cxn modelId="{72F0E303-70E5-4FBE-9AE9-EAD29ACD2FBB}" srcId="{D05D5228-AE4E-439C-94DA-9662F6764220}" destId="{234D03F5-3416-4593-A765-EA6BD560F7C7}" srcOrd="1" destOrd="0" parTransId="{C0EF7D14-1204-4C76-B3D8-68B55A08C119}" sibTransId="{4BE2EE9D-B8F2-41FE-A2CA-552D24984615}"/>
    <dgm:cxn modelId="{092EDF0D-4DA7-4ADF-B71E-ED71CABCC507}" type="presOf" srcId="{234D03F5-3416-4593-A765-EA6BD560F7C7}" destId="{83A09C9C-CCF4-4CF6-AB62-5E36FA06C80F}" srcOrd="0" destOrd="0" presId="urn:microsoft.com/office/officeart/2005/8/layout/hList1"/>
    <dgm:cxn modelId="{0F8DE40D-87B4-4782-A677-D52556B1AFF9}" srcId="{D98244F8-261A-44C0-A39E-608B649F50F3}" destId="{33623A54-753C-4E44-9D1C-9F5FEF015DAA}" srcOrd="2" destOrd="0" parTransId="{0567219D-0B93-49D3-9B83-F7BD630F4A19}" sibTransId="{83BB44AB-4992-4D0B-BC2E-47D0338BC343}"/>
    <dgm:cxn modelId="{AAF5D40E-115B-4EA8-93D2-BBE3235D63BB}" srcId="{234D03F5-3416-4593-A765-EA6BD560F7C7}" destId="{4F7AF1BA-4C38-4842-B2ED-0E6CC4AC00AB}" srcOrd="2" destOrd="0" parTransId="{1C3C1E2C-BEC5-47BB-9126-BC00D02404AF}" sibTransId="{B69D30F2-9C48-4AC7-958C-3A6A97D69B79}"/>
    <dgm:cxn modelId="{9AAFE134-79B7-4186-8E08-B6DEAD0DD7EC}" type="presOf" srcId="{4F7AF1BA-4C38-4842-B2ED-0E6CC4AC00AB}" destId="{06981F94-CDE0-406E-90B0-5C31BE7919DE}" srcOrd="0" destOrd="2" presId="urn:microsoft.com/office/officeart/2005/8/layout/hList1"/>
    <dgm:cxn modelId="{45C9B836-5CEE-4B44-B691-C6F9455B514E}" srcId="{D05D5228-AE4E-439C-94DA-9662F6764220}" destId="{03C869D9-E997-4332-BE75-1349D727BCE7}" srcOrd="2" destOrd="0" parTransId="{2B483835-A5D3-4224-B8A8-974874315BDF}" sibTransId="{C67E0231-A185-4507-A434-55577896D88E}"/>
    <dgm:cxn modelId="{05FE3B3C-CFB5-4252-934A-C8097F4109B4}" srcId="{234D03F5-3416-4593-A765-EA6BD560F7C7}" destId="{884C2005-0D66-447F-9454-97FC2285992A}" srcOrd="1" destOrd="0" parTransId="{F9CB8FD2-F55C-44C5-A754-77755790DDB8}" sibTransId="{926CA47F-6BB2-42EB-BF13-82F23FE90F74}"/>
    <dgm:cxn modelId="{143FB85E-1C7C-4BAC-B8A3-246E846FE5AA}" type="presOf" srcId="{D98244F8-261A-44C0-A39E-608B649F50F3}" destId="{0CFC3713-F30A-4C09-B5F9-472629774583}" srcOrd="0" destOrd="0" presId="urn:microsoft.com/office/officeart/2005/8/layout/hList1"/>
    <dgm:cxn modelId="{22D7285F-5657-47A8-87AD-E080C4397177}" type="presOf" srcId="{33623A54-753C-4E44-9D1C-9F5FEF015DAA}" destId="{269C81A5-D1FE-4FB6-A8B8-7A19F1A1A10D}" srcOrd="0" destOrd="2" presId="urn:microsoft.com/office/officeart/2005/8/layout/hList1"/>
    <dgm:cxn modelId="{62F08569-4534-41F6-926B-9528BABD77C5}" srcId="{03C869D9-E997-4332-BE75-1349D727BCE7}" destId="{18176E21-0E20-4CB3-8B15-332066AEDF09}" srcOrd="1" destOrd="0" parTransId="{77A30B38-FC8A-4DFE-9A96-9715FD29EC72}" sibTransId="{DDAEDA7F-D04A-4790-A3B0-4CCFA8112265}"/>
    <dgm:cxn modelId="{DEE47B6E-3C3E-4426-B26A-E586628681FC}" srcId="{D98244F8-261A-44C0-A39E-608B649F50F3}" destId="{EEFB4AAC-B8E1-4A3C-8554-4BC070E779D6}" srcOrd="0" destOrd="0" parTransId="{F47C5EBF-2F35-45C7-B016-01997323F514}" sibTransId="{9506B449-6C56-4BC7-A9DE-148BF0B053C4}"/>
    <dgm:cxn modelId="{0223C46F-DC96-4D37-AE3F-86262F1DC661}" type="presOf" srcId="{13B0C8FE-C1AE-41BB-9ED6-96C737F9480D}" destId="{06981F94-CDE0-406E-90B0-5C31BE7919DE}" srcOrd="0" destOrd="0" presId="urn:microsoft.com/office/officeart/2005/8/layout/hList1"/>
    <dgm:cxn modelId="{49061C71-78DF-4002-B089-C4F1C5ECAE3C}" type="presOf" srcId="{3627F910-F548-4783-82D9-C22CCB967310}" destId="{657518D8-E168-4FB4-9653-A65C629FC3B9}" srcOrd="0" destOrd="0" presId="urn:microsoft.com/office/officeart/2005/8/layout/hList1"/>
    <dgm:cxn modelId="{4D310874-CB9F-4B15-9564-99D8AFE5CCF2}" srcId="{D05D5228-AE4E-439C-94DA-9662F6764220}" destId="{D98244F8-261A-44C0-A39E-608B649F50F3}" srcOrd="0" destOrd="0" parTransId="{57E93E81-8EA8-4EA2-8E35-04FF3E7AA65B}" sibTransId="{4055C6CD-A2AD-47AE-A0E4-33DD50927BB4}"/>
    <dgm:cxn modelId="{A228F774-D83A-4289-B30C-2AEB0F7C5103}" type="presOf" srcId="{9F2A341E-09D1-45E0-9A88-E615CD0E9F19}" destId="{269C81A5-D1FE-4FB6-A8B8-7A19F1A1A10D}" srcOrd="0" destOrd="1" presId="urn:microsoft.com/office/officeart/2005/8/layout/hList1"/>
    <dgm:cxn modelId="{5092737B-EEBD-47E8-B0EF-0EC2CC8B8DA1}" srcId="{234D03F5-3416-4593-A765-EA6BD560F7C7}" destId="{13B0C8FE-C1AE-41BB-9ED6-96C737F9480D}" srcOrd="0" destOrd="0" parTransId="{EAD70233-48EE-4041-AA43-B7651AF174F8}" sibTransId="{78B4F7BC-D92D-4ED8-A1DC-778D33C2824B}"/>
    <dgm:cxn modelId="{D6DEDA7F-CF62-472E-81FE-6A11349B53FC}" type="presOf" srcId="{18176E21-0E20-4CB3-8B15-332066AEDF09}" destId="{657518D8-E168-4FB4-9653-A65C629FC3B9}" srcOrd="0" destOrd="1" presId="urn:microsoft.com/office/officeart/2005/8/layout/hList1"/>
    <dgm:cxn modelId="{98E4A093-118A-4306-ACFE-D2EABAB714C0}" srcId="{03C869D9-E997-4332-BE75-1349D727BCE7}" destId="{3627F910-F548-4783-82D9-C22CCB967310}" srcOrd="0" destOrd="0" parTransId="{752E371C-8BB6-4B9D-94E4-F06DD4F63073}" sibTransId="{3343C89E-D8E7-4955-B048-66160F7126A9}"/>
    <dgm:cxn modelId="{F223F0A8-CCE8-485A-A4C1-CE344DDF4134}" type="presOf" srcId="{D05D5228-AE4E-439C-94DA-9662F6764220}" destId="{372781B9-7678-4216-A838-DCB240867DDD}" srcOrd="0" destOrd="0" presId="urn:microsoft.com/office/officeart/2005/8/layout/hList1"/>
    <dgm:cxn modelId="{6EB957B3-77DA-4746-BDBC-B98B838F74C6}" type="presOf" srcId="{EEFB4AAC-B8E1-4A3C-8554-4BC070E779D6}" destId="{269C81A5-D1FE-4FB6-A8B8-7A19F1A1A10D}" srcOrd="0" destOrd="0" presId="urn:microsoft.com/office/officeart/2005/8/layout/hList1"/>
    <dgm:cxn modelId="{2515F6C3-9954-4968-B7FD-D6C637504746}" srcId="{D98244F8-261A-44C0-A39E-608B649F50F3}" destId="{9F2A341E-09D1-45E0-9A88-E615CD0E9F19}" srcOrd="1" destOrd="0" parTransId="{29FC08F3-7EB0-4790-93F3-2E062A6E068A}" sibTransId="{4D19ECD2-F668-4948-BF81-3B52E79913C9}"/>
    <dgm:cxn modelId="{AA4CD5EE-4BF4-4D67-954D-DF92A1C0FB98}" type="presOf" srcId="{884C2005-0D66-447F-9454-97FC2285992A}" destId="{06981F94-CDE0-406E-90B0-5C31BE7919DE}" srcOrd="0" destOrd="1" presId="urn:microsoft.com/office/officeart/2005/8/layout/hList1"/>
    <dgm:cxn modelId="{F5F627CE-4B42-4264-B4E0-36615DBF112E}" type="presParOf" srcId="{372781B9-7678-4216-A838-DCB240867DDD}" destId="{132047E8-D5BF-4157-B9D0-8482C16CFB18}" srcOrd="0" destOrd="0" presId="urn:microsoft.com/office/officeart/2005/8/layout/hList1"/>
    <dgm:cxn modelId="{8B253CD4-04E3-448B-BF86-F907C5D566FF}" type="presParOf" srcId="{132047E8-D5BF-4157-B9D0-8482C16CFB18}" destId="{0CFC3713-F30A-4C09-B5F9-472629774583}" srcOrd="0" destOrd="0" presId="urn:microsoft.com/office/officeart/2005/8/layout/hList1"/>
    <dgm:cxn modelId="{6C361E73-3EC5-4FCC-9B8B-624770DB8642}" type="presParOf" srcId="{132047E8-D5BF-4157-B9D0-8482C16CFB18}" destId="{269C81A5-D1FE-4FB6-A8B8-7A19F1A1A10D}" srcOrd="1" destOrd="0" presId="urn:microsoft.com/office/officeart/2005/8/layout/hList1"/>
    <dgm:cxn modelId="{B80415F5-0F62-4302-9157-A92A8ACBDEAC}" type="presParOf" srcId="{372781B9-7678-4216-A838-DCB240867DDD}" destId="{1ECC0B7A-1DBD-432B-A03C-CB75A74A4884}" srcOrd="1" destOrd="0" presId="urn:microsoft.com/office/officeart/2005/8/layout/hList1"/>
    <dgm:cxn modelId="{4ECB30A4-DCF9-468C-88A1-BB35D76B965C}" type="presParOf" srcId="{372781B9-7678-4216-A838-DCB240867DDD}" destId="{37D4B7D9-AD6D-4F30-B701-24C86159DB32}" srcOrd="2" destOrd="0" presId="urn:microsoft.com/office/officeart/2005/8/layout/hList1"/>
    <dgm:cxn modelId="{D412FAF7-1D91-4189-ABDF-419578A2C104}" type="presParOf" srcId="{37D4B7D9-AD6D-4F30-B701-24C86159DB32}" destId="{83A09C9C-CCF4-4CF6-AB62-5E36FA06C80F}" srcOrd="0" destOrd="0" presId="urn:microsoft.com/office/officeart/2005/8/layout/hList1"/>
    <dgm:cxn modelId="{CA413EA3-50F0-4FDF-9517-75F4690A8FC5}" type="presParOf" srcId="{37D4B7D9-AD6D-4F30-B701-24C86159DB32}" destId="{06981F94-CDE0-406E-90B0-5C31BE7919DE}" srcOrd="1" destOrd="0" presId="urn:microsoft.com/office/officeart/2005/8/layout/hList1"/>
    <dgm:cxn modelId="{109B3146-AFCC-4023-9DA3-E53DCAF4D5AC}" type="presParOf" srcId="{372781B9-7678-4216-A838-DCB240867DDD}" destId="{C43C99F9-6DBA-4439-8904-A2A443847FFB}" srcOrd="3" destOrd="0" presId="urn:microsoft.com/office/officeart/2005/8/layout/hList1"/>
    <dgm:cxn modelId="{5CA8BE63-189D-411E-BE8E-C382CD415BAA}" type="presParOf" srcId="{372781B9-7678-4216-A838-DCB240867DDD}" destId="{16ECEF44-0CFA-4050-9D52-9BFFA84B2BC0}" srcOrd="4" destOrd="0" presId="urn:microsoft.com/office/officeart/2005/8/layout/hList1"/>
    <dgm:cxn modelId="{FE88BDA7-EB0B-4C6B-A85D-DF2F65957129}" type="presParOf" srcId="{16ECEF44-0CFA-4050-9D52-9BFFA84B2BC0}" destId="{1818028A-205C-4AFC-BEC3-EAB84D021573}" srcOrd="0" destOrd="0" presId="urn:microsoft.com/office/officeart/2005/8/layout/hList1"/>
    <dgm:cxn modelId="{996D5C0B-5F25-4993-B5D0-4DBD5109F6B7}" type="presParOf" srcId="{16ECEF44-0CFA-4050-9D52-9BFFA84B2BC0}" destId="{657518D8-E168-4FB4-9653-A65C629FC3B9}"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E78A00-FBF4-46EE-9320-29D6BD9E1414}">
      <dsp:nvSpPr>
        <dsp:cNvPr id="0" name=""/>
        <dsp:cNvSpPr/>
      </dsp:nvSpPr>
      <dsp:spPr>
        <a:xfrm>
          <a:off x="4647472" y="607436"/>
          <a:ext cx="1751161" cy="383165"/>
        </a:xfrm>
        <a:custGeom>
          <a:avLst/>
          <a:gdLst/>
          <a:ahLst/>
          <a:cxnLst/>
          <a:rect l="0" t="0" r="0" b="0"/>
          <a:pathLst>
            <a:path>
              <a:moveTo>
                <a:pt x="0" y="0"/>
              </a:moveTo>
              <a:lnTo>
                <a:pt x="0" y="296040"/>
              </a:lnTo>
              <a:lnTo>
                <a:pt x="1751161" y="296040"/>
              </a:lnTo>
              <a:lnTo>
                <a:pt x="1751161" y="38316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23FA623-89C7-4CDE-8DB4-67FD8CB24087}">
      <dsp:nvSpPr>
        <dsp:cNvPr id="0" name=""/>
        <dsp:cNvSpPr/>
      </dsp:nvSpPr>
      <dsp:spPr>
        <a:xfrm>
          <a:off x="6807745" y="5000230"/>
          <a:ext cx="431252" cy="311663"/>
        </a:xfrm>
        <a:custGeom>
          <a:avLst/>
          <a:gdLst/>
          <a:ahLst/>
          <a:cxnLst/>
          <a:rect l="0" t="0" r="0" b="0"/>
          <a:pathLst>
            <a:path>
              <a:moveTo>
                <a:pt x="0" y="0"/>
              </a:moveTo>
              <a:lnTo>
                <a:pt x="0" y="311663"/>
              </a:lnTo>
              <a:lnTo>
                <a:pt x="431252" y="311663"/>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60D19D-94D4-4D25-ADC0-D1CA5B55319E}">
      <dsp:nvSpPr>
        <dsp:cNvPr id="0" name=""/>
        <dsp:cNvSpPr/>
      </dsp:nvSpPr>
      <dsp:spPr>
        <a:xfrm>
          <a:off x="5925976" y="4249576"/>
          <a:ext cx="170026" cy="460338"/>
        </a:xfrm>
        <a:custGeom>
          <a:avLst/>
          <a:gdLst/>
          <a:ahLst/>
          <a:cxnLst/>
          <a:rect l="0" t="0" r="0" b="0"/>
          <a:pathLst>
            <a:path>
              <a:moveTo>
                <a:pt x="0" y="0"/>
              </a:moveTo>
              <a:lnTo>
                <a:pt x="0" y="460338"/>
              </a:lnTo>
              <a:lnTo>
                <a:pt x="170026" y="46033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256072D-186A-431C-AE33-F9BF2B5B0254}">
      <dsp:nvSpPr>
        <dsp:cNvPr id="0" name=""/>
        <dsp:cNvSpPr/>
      </dsp:nvSpPr>
      <dsp:spPr>
        <a:xfrm>
          <a:off x="5046825" y="3411374"/>
          <a:ext cx="210975" cy="504114"/>
        </a:xfrm>
        <a:custGeom>
          <a:avLst/>
          <a:gdLst/>
          <a:ahLst/>
          <a:cxnLst/>
          <a:rect l="0" t="0" r="0" b="0"/>
          <a:pathLst>
            <a:path>
              <a:moveTo>
                <a:pt x="0" y="0"/>
              </a:moveTo>
              <a:lnTo>
                <a:pt x="0" y="504114"/>
              </a:lnTo>
              <a:lnTo>
                <a:pt x="210975" y="504114"/>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1237DBB-1422-4972-885C-26E2016ED4CF}">
      <dsp:nvSpPr>
        <dsp:cNvPr id="0" name=""/>
        <dsp:cNvSpPr/>
      </dsp:nvSpPr>
      <dsp:spPr>
        <a:xfrm>
          <a:off x="3740740" y="2665060"/>
          <a:ext cx="450262" cy="412226"/>
        </a:xfrm>
        <a:custGeom>
          <a:avLst/>
          <a:gdLst/>
          <a:ahLst/>
          <a:cxnLst/>
          <a:rect l="0" t="0" r="0" b="0"/>
          <a:pathLst>
            <a:path>
              <a:moveTo>
                <a:pt x="0" y="0"/>
              </a:moveTo>
              <a:lnTo>
                <a:pt x="0" y="412226"/>
              </a:lnTo>
              <a:lnTo>
                <a:pt x="450262" y="41222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FE6395-8F0C-41FF-B552-DF0F1BD1ED6E}">
      <dsp:nvSpPr>
        <dsp:cNvPr id="0" name=""/>
        <dsp:cNvSpPr/>
      </dsp:nvSpPr>
      <dsp:spPr>
        <a:xfrm>
          <a:off x="3531217" y="1702257"/>
          <a:ext cx="209523" cy="211149"/>
        </a:xfrm>
        <a:custGeom>
          <a:avLst/>
          <a:gdLst/>
          <a:ahLst/>
          <a:cxnLst/>
          <a:rect l="0" t="0" r="0" b="0"/>
          <a:pathLst>
            <a:path>
              <a:moveTo>
                <a:pt x="0" y="0"/>
              </a:moveTo>
              <a:lnTo>
                <a:pt x="0" y="124024"/>
              </a:lnTo>
              <a:lnTo>
                <a:pt x="209523" y="124024"/>
              </a:lnTo>
              <a:lnTo>
                <a:pt x="209523" y="211149"/>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C5563FC-9028-44D1-AE57-29441580F1A4}">
      <dsp:nvSpPr>
        <dsp:cNvPr id="0" name=""/>
        <dsp:cNvSpPr/>
      </dsp:nvSpPr>
      <dsp:spPr>
        <a:xfrm>
          <a:off x="3531217" y="607436"/>
          <a:ext cx="1116255" cy="362753"/>
        </a:xfrm>
        <a:custGeom>
          <a:avLst/>
          <a:gdLst/>
          <a:ahLst/>
          <a:cxnLst/>
          <a:rect l="0" t="0" r="0" b="0"/>
          <a:pathLst>
            <a:path>
              <a:moveTo>
                <a:pt x="1116255" y="0"/>
              </a:moveTo>
              <a:lnTo>
                <a:pt x="1116255" y="275628"/>
              </a:lnTo>
              <a:lnTo>
                <a:pt x="0" y="275628"/>
              </a:lnTo>
              <a:lnTo>
                <a:pt x="0" y="362753"/>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2BEE6D5-E394-40C0-88EF-85E9A1C251B1}">
      <dsp:nvSpPr>
        <dsp:cNvPr id="0" name=""/>
        <dsp:cNvSpPr/>
      </dsp:nvSpPr>
      <dsp:spPr>
        <a:xfrm>
          <a:off x="4040036" y="0"/>
          <a:ext cx="1214873" cy="607436"/>
        </a:xfrm>
        <a:prstGeom prst="rect">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dsp:spPr>
      <dsp:style>
        <a:lnRef idx="1">
          <a:schemeClr val="accent6"/>
        </a:lnRef>
        <a:fillRef idx="2">
          <a:schemeClr val="accent6"/>
        </a:fillRef>
        <a:effectRef idx="1">
          <a:schemeClr val="accent6"/>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Living Systems</a:t>
          </a:r>
        </a:p>
      </dsp:txBody>
      <dsp:txXfrm>
        <a:off x="4040036" y="0"/>
        <a:ext cx="1214873" cy="607436"/>
      </dsp:txXfrm>
    </dsp:sp>
    <dsp:sp modelId="{806A8A36-2EDA-4041-8DDF-E98997B8D77E}">
      <dsp:nvSpPr>
        <dsp:cNvPr id="0" name=""/>
        <dsp:cNvSpPr/>
      </dsp:nvSpPr>
      <dsp:spPr>
        <a:xfrm>
          <a:off x="2575898" y="970190"/>
          <a:ext cx="1910637" cy="732066"/>
        </a:xfrm>
        <a:prstGeom prst="rect">
          <a:avLst/>
        </a:prstGeom>
        <a:gradFill rotWithShape="1">
          <a:gsLst>
            <a:gs pos="0">
              <a:schemeClr val="accent5">
                <a:tint val="50000"/>
                <a:satMod val="300000"/>
              </a:schemeClr>
            </a:gs>
            <a:gs pos="35000">
              <a:schemeClr val="accent5">
                <a:tint val="37000"/>
                <a:satMod val="300000"/>
              </a:schemeClr>
            </a:gs>
            <a:gs pos="100000">
              <a:schemeClr val="accent5">
                <a:tint val="15000"/>
                <a:satMod val="350000"/>
              </a:schemeClr>
            </a:gs>
          </a:gsLst>
          <a:lin ang="16200000" scaled="1"/>
        </a:gradFill>
        <a:ln w="9525" cap="flat" cmpd="sng" algn="ctr">
          <a:solidFill>
            <a:schemeClr val="accent5">
              <a:shade val="95000"/>
              <a:satMod val="105000"/>
            </a:schemeClr>
          </a:solidFill>
          <a:prstDash val="solid"/>
        </a:ln>
        <a:effectLst>
          <a:outerShdw blurRad="40000" dist="20000" dir="5400000" rotWithShape="0">
            <a:srgbClr val="000000">
              <a:alpha val="38000"/>
            </a:srgbClr>
          </a:outerShdw>
        </a:effectLst>
      </dsp:spPr>
      <dsp:style>
        <a:lnRef idx="1">
          <a:schemeClr val="accent5"/>
        </a:lnRef>
        <a:fillRef idx="2">
          <a:schemeClr val="accent5"/>
        </a:fillRef>
        <a:effectRef idx="1">
          <a:schemeClr val="accent5"/>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Organic compounds</a:t>
          </a:r>
        </a:p>
      </dsp:txBody>
      <dsp:txXfrm>
        <a:off x="2575898" y="970190"/>
        <a:ext cx="1910637" cy="732066"/>
      </dsp:txXfrm>
    </dsp:sp>
    <dsp:sp modelId="{6339D0BA-F7D7-49EF-8AA5-8907C53BF0B0}">
      <dsp:nvSpPr>
        <dsp:cNvPr id="0" name=""/>
        <dsp:cNvSpPr/>
      </dsp:nvSpPr>
      <dsp:spPr>
        <a:xfrm>
          <a:off x="2774946" y="1913406"/>
          <a:ext cx="1931589" cy="751653"/>
        </a:xfrm>
        <a:prstGeom prst="rect">
          <a:avLst/>
        </a:prstGeom>
        <a:gradFill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16200000" scaled="1"/>
        </a:gra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dsp:spPr>
      <dsp:style>
        <a:lnRef idx="1">
          <a:schemeClr val="accent3"/>
        </a:lnRef>
        <a:fillRef idx="2">
          <a:schemeClr val="accent3"/>
        </a:fillRef>
        <a:effectRef idx="1">
          <a:schemeClr val="accent3"/>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Macromolecules</a:t>
          </a:r>
        </a:p>
      </dsp:txBody>
      <dsp:txXfrm>
        <a:off x="2774946" y="1913406"/>
        <a:ext cx="1931589" cy="751653"/>
      </dsp:txXfrm>
    </dsp:sp>
    <dsp:sp modelId="{28B087A7-BCE6-4CD0-A251-1E9ADD6E8EBA}">
      <dsp:nvSpPr>
        <dsp:cNvPr id="0" name=""/>
        <dsp:cNvSpPr/>
      </dsp:nvSpPr>
      <dsp:spPr>
        <a:xfrm>
          <a:off x="4191003" y="2743199"/>
          <a:ext cx="1711644" cy="668175"/>
        </a:xfrm>
        <a:prstGeom prst="rect">
          <a:avLst/>
        </a:prstGeom>
        <a:gradFill rotWithShape="1">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9525" cap="flat" cmpd="sng" algn="ctr">
          <a:solidFill>
            <a:schemeClr val="accent4">
              <a:shade val="95000"/>
              <a:satMod val="105000"/>
            </a:schemeClr>
          </a:solidFill>
          <a:prstDash val="solid"/>
        </a:ln>
        <a:effectLst>
          <a:outerShdw blurRad="40000" dist="20000" dir="5400000" rotWithShape="0">
            <a:srgbClr val="000000">
              <a:alpha val="38000"/>
            </a:srgbClr>
          </a:outerShdw>
        </a:effectLst>
      </dsp:spPr>
      <dsp:style>
        <a:lnRef idx="1">
          <a:schemeClr val="accent4"/>
        </a:lnRef>
        <a:fillRef idx="2">
          <a:schemeClr val="accent4"/>
        </a:fillRef>
        <a:effectRef idx="1">
          <a:schemeClr val="accent4"/>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Carbohydrates</a:t>
          </a:r>
        </a:p>
      </dsp:txBody>
      <dsp:txXfrm>
        <a:off x="4191003" y="2743199"/>
        <a:ext cx="1711644" cy="668175"/>
      </dsp:txXfrm>
    </dsp:sp>
    <dsp:sp modelId="{8A9A15F7-DDBA-4C68-A3FB-C82FD228012D}">
      <dsp:nvSpPr>
        <dsp:cNvPr id="0" name=""/>
        <dsp:cNvSpPr/>
      </dsp:nvSpPr>
      <dsp:spPr>
        <a:xfrm>
          <a:off x="5257801" y="3581401"/>
          <a:ext cx="1336350" cy="668175"/>
        </a:xfrm>
        <a:prstGeom prst="rect">
          <a:avLst/>
        </a:prstGeom>
        <a:gradFill rotWithShape="1">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9525" cap="flat" cmpd="sng" algn="ctr">
          <a:solidFill>
            <a:schemeClr val="accent4">
              <a:shade val="95000"/>
              <a:satMod val="105000"/>
            </a:schemeClr>
          </a:solidFill>
          <a:prstDash val="solid"/>
        </a:ln>
        <a:effectLst>
          <a:outerShdw blurRad="40000" dist="20000" dir="5400000" rotWithShape="0">
            <a:srgbClr val="000000">
              <a:alpha val="38000"/>
            </a:srgbClr>
          </a:outerShdw>
        </a:effectLst>
      </dsp:spPr>
      <dsp:style>
        <a:lnRef idx="1">
          <a:schemeClr val="accent4"/>
        </a:lnRef>
        <a:fillRef idx="2">
          <a:schemeClr val="accent4"/>
        </a:fillRef>
        <a:effectRef idx="1">
          <a:schemeClr val="accent4"/>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Lipids</a:t>
          </a:r>
        </a:p>
      </dsp:txBody>
      <dsp:txXfrm>
        <a:off x="5257801" y="3581401"/>
        <a:ext cx="1336350" cy="668175"/>
      </dsp:txXfrm>
    </dsp:sp>
    <dsp:sp modelId="{D64F713D-E238-4A89-80D0-D785BE0E9027}">
      <dsp:nvSpPr>
        <dsp:cNvPr id="0" name=""/>
        <dsp:cNvSpPr/>
      </dsp:nvSpPr>
      <dsp:spPr>
        <a:xfrm>
          <a:off x="6096003" y="4419599"/>
          <a:ext cx="1423483" cy="580631"/>
        </a:xfrm>
        <a:prstGeom prst="rect">
          <a:avLst/>
        </a:prstGeom>
        <a:gradFill rotWithShape="1">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9525" cap="flat" cmpd="sng" algn="ctr">
          <a:solidFill>
            <a:schemeClr val="accent4">
              <a:shade val="95000"/>
              <a:satMod val="105000"/>
            </a:schemeClr>
          </a:solidFill>
          <a:prstDash val="solid"/>
        </a:ln>
        <a:effectLst>
          <a:outerShdw blurRad="40000" dist="20000" dir="5400000" rotWithShape="0">
            <a:srgbClr val="000000">
              <a:alpha val="38000"/>
            </a:srgbClr>
          </a:outerShdw>
        </a:effectLst>
      </dsp:spPr>
      <dsp:style>
        <a:lnRef idx="1">
          <a:schemeClr val="accent4"/>
        </a:lnRef>
        <a:fillRef idx="2">
          <a:schemeClr val="accent4"/>
        </a:fillRef>
        <a:effectRef idx="1">
          <a:schemeClr val="accent4"/>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Proteins</a:t>
          </a:r>
        </a:p>
      </dsp:txBody>
      <dsp:txXfrm>
        <a:off x="6096003" y="4419599"/>
        <a:ext cx="1423483" cy="580631"/>
      </dsp:txXfrm>
    </dsp:sp>
    <dsp:sp modelId="{C2DCD227-5637-4024-B293-0EA19B4BCC81}">
      <dsp:nvSpPr>
        <dsp:cNvPr id="0" name=""/>
        <dsp:cNvSpPr/>
      </dsp:nvSpPr>
      <dsp:spPr>
        <a:xfrm>
          <a:off x="7238998" y="5061186"/>
          <a:ext cx="1381389" cy="501413"/>
        </a:xfrm>
        <a:prstGeom prst="rect">
          <a:avLst/>
        </a:prstGeom>
        <a:gradFill rotWithShape="1">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9525" cap="flat" cmpd="sng" algn="ctr">
          <a:solidFill>
            <a:schemeClr val="accent4">
              <a:shade val="95000"/>
              <a:satMod val="105000"/>
            </a:schemeClr>
          </a:solidFill>
          <a:prstDash val="solid"/>
        </a:ln>
        <a:effectLst>
          <a:outerShdw blurRad="40000" dist="20000" dir="5400000" rotWithShape="0">
            <a:srgbClr val="000000">
              <a:alpha val="38000"/>
            </a:srgbClr>
          </a:outerShdw>
        </a:effectLst>
      </dsp:spPr>
      <dsp:style>
        <a:lnRef idx="1">
          <a:schemeClr val="accent4"/>
        </a:lnRef>
        <a:fillRef idx="2">
          <a:schemeClr val="accent4"/>
        </a:fillRef>
        <a:effectRef idx="1">
          <a:schemeClr val="accent4"/>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Nucleic Acids</a:t>
          </a:r>
        </a:p>
      </dsp:txBody>
      <dsp:txXfrm>
        <a:off x="7238998" y="5061186"/>
        <a:ext cx="1381389" cy="501413"/>
      </dsp:txXfrm>
    </dsp:sp>
    <dsp:sp modelId="{13591709-310B-4FE3-BE7E-A6D2635FA431}">
      <dsp:nvSpPr>
        <dsp:cNvPr id="0" name=""/>
        <dsp:cNvSpPr/>
      </dsp:nvSpPr>
      <dsp:spPr>
        <a:xfrm>
          <a:off x="5791197" y="990602"/>
          <a:ext cx="1214873" cy="607436"/>
        </a:xfrm>
        <a:prstGeom prst="rect">
          <a:avLst/>
        </a:prstGeom>
        <a:gradFill rotWithShape="1">
          <a:gsLst>
            <a:gs pos="0">
              <a:schemeClr val="accent5">
                <a:tint val="50000"/>
                <a:satMod val="300000"/>
              </a:schemeClr>
            </a:gs>
            <a:gs pos="35000">
              <a:schemeClr val="accent5">
                <a:tint val="37000"/>
                <a:satMod val="300000"/>
              </a:schemeClr>
            </a:gs>
            <a:gs pos="100000">
              <a:schemeClr val="accent5">
                <a:tint val="15000"/>
                <a:satMod val="350000"/>
              </a:schemeClr>
            </a:gs>
          </a:gsLst>
          <a:lin ang="16200000" scaled="1"/>
        </a:gradFill>
        <a:ln w="9525" cap="flat" cmpd="sng" algn="ctr">
          <a:solidFill>
            <a:schemeClr val="accent5">
              <a:shade val="95000"/>
              <a:satMod val="105000"/>
            </a:schemeClr>
          </a:solidFill>
          <a:prstDash val="solid"/>
        </a:ln>
        <a:effectLst>
          <a:outerShdw blurRad="40000" dist="20000" dir="5400000" rotWithShape="0">
            <a:srgbClr val="000000">
              <a:alpha val="38000"/>
            </a:srgbClr>
          </a:outerShdw>
        </a:effectLst>
      </dsp:spPr>
      <dsp:style>
        <a:lnRef idx="1">
          <a:schemeClr val="accent5"/>
        </a:lnRef>
        <a:fillRef idx="2">
          <a:schemeClr val="accent5"/>
        </a:fillRef>
        <a:effectRef idx="1">
          <a:schemeClr val="accent5"/>
        </a:effectRef>
        <a:fontRef idx="minor">
          <a:schemeClr val="dk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dirty="0"/>
            <a:t>Inorganic compounds</a:t>
          </a:r>
        </a:p>
      </dsp:txBody>
      <dsp:txXfrm>
        <a:off x="5791197" y="990602"/>
        <a:ext cx="1214873" cy="6074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6F411A-DC3A-4BB4-9AFC-E88D54E7070C}">
      <dsp:nvSpPr>
        <dsp:cNvPr id="0" name=""/>
        <dsp:cNvSpPr/>
      </dsp:nvSpPr>
      <dsp:spPr>
        <a:xfrm>
          <a:off x="1371617" y="0"/>
          <a:ext cx="5764415" cy="1447800"/>
        </a:xfrm>
        <a:prstGeom prst="leftRightRibbon">
          <a:avLst/>
        </a:prstGeom>
        <a:gradFill rotWithShape="1">
          <a:gsLst>
            <a:gs pos="0">
              <a:schemeClr val="accent5">
                <a:tint val="50000"/>
                <a:satMod val="300000"/>
              </a:schemeClr>
            </a:gs>
            <a:gs pos="35000">
              <a:schemeClr val="accent5">
                <a:tint val="37000"/>
                <a:satMod val="300000"/>
              </a:schemeClr>
            </a:gs>
            <a:gs pos="100000">
              <a:schemeClr val="accent5">
                <a:tint val="15000"/>
                <a:satMod val="350000"/>
              </a:schemeClr>
            </a:gs>
          </a:gsLst>
          <a:lin ang="16200000" scaled="1"/>
        </a:gradFill>
        <a:ln w="9525" cap="flat" cmpd="sng" algn="ctr">
          <a:solidFill>
            <a:schemeClr val="accent5">
              <a:shade val="95000"/>
              <a:satMod val="105000"/>
            </a:schemeClr>
          </a:solidFill>
          <a:prstDash val="solid"/>
        </a:ln>
        <a:effectLst>
          <a:outerShdw blurRad="40000" dist="20000" dir="5400000" rotWithShape="0">
            <a:srgbClr val="000000">
              <a:alpha val="38000"/>
            </a:srgbClr>
          </a:outerShdw>
        </a:effectLst>
      </dsp:spPr>
      <dsp:style>
        <a:lnRef idx="1">
          <a:schemeClr val="accent5"/>
        </a:lnRef>
        <a:fillRef idx="2">
          <a:schemeClr val="accent5"/>
        </a:fillRef>
        <a:effectRef idx="1">
          <a:schemeClr val="accent5"/>
        </a:effectRef>
        <a:fontRef idx="minor">
          <a:schemeClr val="dk1"/>
        </a:fontRef>
      </dsp:style>
    </dsp:sp>
    <dsp:sp modelId="{0DC0C44F-898F-4378-A299-EEDEC9E45ABC}">
      <dsp:nvSpPr>
        <dsp:cNvPr id="0" name=""/>
        <dsp:cNvSpPr/>
      </dsp:nvSpPr>
      <dsp:spPr>
        <a:xfrm>
          <a:off x="2514597" y="228599"/>
          <a:ext cx="1194435" cy="709422"/>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3340" rIns="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chemeClr val="tx1"/>
              </a:solidFill>
            </a:rPr>
            <a:t>Carbohydrates</a:t>
          </a:r>
        </a:p>
      </dsp:txBody>
      <dsp:txXfrm>
        <a:off x="2514597" y="228599"/>
        <a:ext cx="1194435" cy="709422"/>
      </dsp:txXfrm>
    </dsp:sp>
    <dsp:sp modelId="{CD48EA86-8B1D-4696-B078-CF35BE9C5F75}">
      <dsp:nvSpPr>
        <dsp:cNvPr id="0" name=""/>
        <dsp:cNvSpPr/>
      </dsp:nvSpPr>
      <dsp:spPr>
        <a:xfrm>
          <a:off x="4648203" y="533402"/>
          <a:ext cx="1411605" cy="709422"/>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3340" rIns="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chemeClr val="tx1"/>
              </a:solidFill>
            </a:rPr>
            <a:t>Glucose</a:t>
          </a:r>
        </a:p>
      </dsp:txBody>
      <dsp:txXfrm>
        <a:off x="4648203" y="533402"/>
        <a:ext cx="1411605" cy="70942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FC3713-F30A-4C09-B5F9-472629774583}">
      <dsp:nvSpPr>
        <dsp:cNvPr id="0" name=""/>
        <dsp:cNvSpPr/>
      </dsp:nvSpPr>
      <dsp:spPr>
        <a:xfrm>
          <a:off x="2738" y="35627"/>
          <a:ext cx="2669976" cy="915744"/>
        </a:xfrm>
        <a:prstGeom prst="rect">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dsp:spPr>
      <dsp:style>
        <a:lnRef idx="1">
          <a:schemeClr val="accent2"/>
        </a:lnRef>
        <a:fillRef idx="2">
          <a:schemeClr val="accent2"/>
        </a:fillRef>
        <a:effectRef idx="1">
          <a:schemeClr val="accent2"/>
        </a:effectRef>
        <a:fontRef idx="minor">
          <a:schemeClr val="dk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kern="1200" dirty="0">
              <a:solidFill>
                <a:schemeClr val="tx1"/>
              </a:solidFill>
              <a:latin typeface="Verdana"/>
              <a:ea typeface="Calibri"/>
              <a:cs typeface="CelesteOT"/>
            </a:rPr>
            <a:t>Starch and Glycogen</a:t>
          </a:r>
          <a:endParaRPr lang="en-GB" sz="2500" kern="1200" dirty="0">
            <a:solidFill>
              <a:schemeClr val="tx1"/>
            </a:solidFill>
          </a:endParaRPr>
        </a:p>
      </dsp:txBody>
      <dsp:txXfrm>
        <a:off x="2738" y="35627"/>
        <a:ext cx="2669976" cy="915744"/>
      </dsp:txXfrm>
    </dsp:sp>
    <dsp:sp modelId="{269C81A5-D1FE-4FB6-A8B8-7A19F1A1A10D}">
      <dsp:nvSpPr>
        <dsp:cNvPr id="0" name=""/>
        <dsp:cNvSpPr/>
      </dsp:nvSpPr>
      <dsp:spPr>
        <a:xfrm>
          <a:off x="2738" y="951372"/>
          <a:ext cx="2669976" cy="5490000"/>
        </a:xfrm>
        <a:prstGeom prst="rect">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dsp:spPr>
      <dsp:style>
        <a:lnRef idx="1">
          <a:schemeClr val="accent2"/>
        </a:lnRef>
        <a:fillRef idx="2">
          <a:schemeClr val="accent2"/>
        </a:fillRef>
        <a:effectRef idx="1">
          <a:schemeClr val="accent2"/>
        </a:effectRef>
        <a:fontRef idx="minor">
          <a:schemeClr val="dk1"/>
        </a:fontRef>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latin typeface="Verdana"/>
              <a:ea typeface="Calibri"/>
              <a:cs typeface="CelesteOT"/>
            </a:rPr>
            <a:t>Starch is energy storage molecule in plants</a:t>
          </a:r>
          <a:endParaRPr lang="en-GB" sz="2500" kern="1200" dirty="0"/>
        </a:p>
        <a:p>
          <a:pPr marL="228600" lvl="1" indent="-228600" algn="l" defTabSz="1111250">
            <a:lnSpc>
              <a:spcPct val="90000"/>
            </a:lnSpc>
            <a:spcBef>
              <a:spcPct val="0"/>
            </a:spcBef>
            <a:spcAft>
              <a:spcPct val="15000"/>
            </a:spcAft>
            <a:buChar char="•"/>
          </a:pPr>
          <a:r>
            <a:rPr lang="en-US" sz="2500" kern="1200" dirty="0">
              <a:latin typeface="Verdana"/>
              <a:ea typeface="Calibri"/>
              <a:cs typeface="CelesteOT"/>
            </a:rPr>
            <a:t>Glycogen is energy storage molecule in animals.</a:t>
          </a:r>
          <a:endParaRPr lang="en-US" sz="2500" kern="1200" dirty="0">
            <a:latin typeface="Calibri"/>
            <a:ea typeface="Calibri"/>
            <a:cs typeface="Times New Roman"/>
          </a:endParaRPr>
        </a:p>
        <a:p>
          <a:pPr marL="228600" lvl="1" indent="-228600" algn="l" defTabSz="1111250">
            <a:lnSpc>
              <a:spcPct val="90000"/>
            </a:lnSpc>
            <a:spcBef>
              <a:spcPct val="0"/>
            </a:spcBef>
            <a:spcAft>
              <a:spcPct val="15000"/>
            </a:spcAft>
            <a:buChar char="•"/>
          </a:pPr>
          <a:r>
            <a:rPr lang="en-US" sz="2500" kern="1200" dirty="0">
              <a:latin typeface="Verdana"/>
              <a:ea typeface="Calibri"/>
              <a:cs typeface="CelesteOT"/>
            </a:rPr>
            <a:t>Starch and glycogen can be digested by animals.</a:t>
          </a:r>
          <a:endParaRPr lang="en-US" sz="2500" kern="1200" dirty="0">
            <a:latin typeface="Calibri"/>
            <a:ea typeface="Calibri"/>
            <a:cs typeface="Times New Roman"/>
          </a:endParaRPr>
        </a:p>
      </dsp:txBody>
      <dsp:txXfrm>
        <a:off x="2738" y="951372"/>
        <a:ext cx="2669976" cy="5490000"/>
      </dsp:txXfrm>
    </dsp:sp>
    <dsp:sp modelId="{83A09C9C-CCF4-4CF6-AB62-5E36FA06C80F}">
      <dsp:nvSpPr>
        <dsp:cNvPr id="0" name=""/>
        <dsp:cNvSpPr/>
      </dsp:nvSpPr>
      <dsp:spPr>
        <a:xfrm>
          <a:off x="3046511" y="35627"/>
          <a:ext cx="2669976" cy="915744"/>
        </a:xfrm>
        <a:prstGeom prst="rect">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dsp:spPr>
      <dsp:style>
        <a:lnRef idx="1">
          <a:schemeClr val="accent6"/>
        </a:lnRef>
        <a:fillRef idx="2">
          <a:schemeClr val="accent6"/>
        </a:fillRef>
        <a:effectRef idx="1">
          <a:schemeClr val="accent6"/>
        </a:effectRef>
        <a:fontRef idx="minor">
          <a:schemeClr val="dk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kern="1200" dirty="0">
              <a:solidFill>
                <a:schemeClr val="tx1"/>
              </a:solidFill>
              <a:latin typeface="Verdana"/>
              <a:ea typeface="Calibri"/>
              <a:cs typeface="CelesteOT"/>
            </a:rPr>
            <a:t>Cellulose</a:t>
          </a:r>
          <a:endParaRPr lang="en-GB" sz="2500" kern="1200" dirty="0">
            <a:solidFill>
              <a:schemeClr val="tx1"/>
            </a:solidFill>
          </a:endParaRPr>
        </a:p>
      </dsp:txBody>
      <dsp:txXfrm>
        <a:off x="3046511" y="35627"/>
        <a:ext cx="2669976" cy="915744"/>
      </dsp:txXfrm>
    </dsp:sp>
    <dsp:sp modelId="{06981F94-CDE0-406E-90B0-5C31BE7919DE}">
      <dsp:nvSpPr>
        <dsp:cNvPr id="0" name=""/>
        <dsp:cNvSpPr/>
      </dsp:nvSpPr>
      <dsp:spPr>
        <a:xfrm>
          <a:off x="3046511" y="951372"/>
          <a:ext cx="2669976" cy="5490000"/>
        </a:xfrm>
        <a:prstGeom prst="rect">
          <a:avLst/>
        </a:prstGeom>
        <a:gradFill rotWithShape="1">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9525" cap="flat" cmpd="sng" algn="ctr">
          <a:solidFill>
            <a:schemeClr val="accent6">
              <a:shade val="95000"/>
              <a:satMod val="105000"/>
            </a:schemeClr>
          </a:solidFill>
          <a:prstDash val="solid"/>
        </a:ln>
        <a:effectLst>
          <a:outerShdw blurRad="40000" dist="20000" dir="5400000" rotWithShape="0">
            <a:srgbClr val="000000">
              <a:alpha val="38000"/>
            </a:srgbClr>
          </a:outerShdw>
        </a:effectLst>
      </dsp:spPr>
      <dsp:style>
        <a:lnRef idx="1">
          <a:schemeClr val="accent6"/>
        </a:lnRef>
        <a:fillRef idx="2">
          <a:schemeClr val="accent6"/>
        </a:fillRef>
        <a:effectRef idx="1">
          <a:schemeClr val="accent6"/>
        </a:effectRef>
        <a:fontRef idx="minor">
          <a:schemeClr val="dk1"/>
        </a:fontRef>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latin typeface="Verdana"/>
              <a:ea typeface="Calibri"/>
              <a:cs typeface="CelesteOT"/>
            </a:rPr>
            <a:t>Different bond formed than starch</a:t>
          </a:r>
          <a:endParaRPr lang="en-GB" sz="2500" kern="1200" dirty="0"/>
        </a:p>
        <a:p>
          <a:pPr marL="228600" lvl="1" indent="-228600" algn="l" defTabSz="1111250">
            <a:lnSpc>
              <a:spcPct val="90000"/>
            </a:lnSpc>
            <a:spcBef>
              <a:spcPct val="0"/>
            </a:spcBef>
            <a:spcAft>
              <a:spcPct val="15000"/>
            </a:spcAft>
            <a:buChar char="•"/>
          </a:pPr>
          <a:r>
            <a:rPr lang="en-US" sz="2500" kern="1200">
              <a:latin typeface="Verdana"/>
              <a:ea typeface="Calibri"/>
              <a:cs typeface="CelesteOT"/>
            </a:rPr>
            <a:t>Structural component in plants</a:t>
          </a:r>
          <a:endParaRPr lang="en-US" sz="2500" kern="1200" dirty="0">
            <a:latin typeface="Calibri"/>
            <a:ea typeface="Calibri"/>
            <a:cs typeface="Times New Roman"/>
          </a:endParaRPr>
        </a:p>
        <a:p>
          <a:pPr marL="228600" lvl="1" indent="-228600" algn="l" defTabSz="1111250">
            <a:lnSpc>
              <a:spcPct val="90000"/>
            </a:lnSpc>
            <a:spcBef>
              <a:spcPct val="0"/>
            </a:spcBef>
            <a:spcAft>
              <a:spcPct val="15000"/>
            </a:spcAft>
            <a:buChar char="•"/>
          </a:pPr>
          <a:r>
            <a:rPr lang="en-US" sz="2500" kern="1200" dirty="0">
              <a:latin typeface="Verdana"/>
              <a:ea typeface="Calibri"/>
              <a:cs typeface="CelesteOT"/>
            </a:rPr>
            <a:t>Cannot be digested by animals</a:t>
          </a:r>
          <a:endParaRPr lang="en-US" sz="2500" kern="1200" dirty="0">
            <a:latin typeface="Calibri"/>
            <a:ea typeface="Calibri"/>
            <a:cs typeface="Times New Roman"/>
          </a:endParaRPr>
        </a:p>
      </dsp:txBody>
      <dsp:txXfrm>
        <a:off x="3046511" y="951372"/>
        <a:ext cx="2669976" cy="5490000"/>
      </dsp:txXfrm>
    </dsp:sp>
    <dsp:sp modelId="{1818028A-205C-4AFC-BEC3-EAB84D021573}">
      <dsp:nvSpPr>
        <dsp:cNvPr id="0" name=""/>
        <dsp:cNvSpPr/>
      </dsp:nvSpPr>
      <dsp:spPr>
        <a:xfrm>
          <a:off x="6090284" y="35627"/>
          <a:ext cx="2669976" cy="915744"/>
        </a:xfrm>
        <a:prstGeom prst="rect">
          <a:avLst/>
        </a:prstGeom>
        <a:gradFill rotWithShape="1">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9525" cap="flat" cmpd="sng" algn="ctr">
          <a:solidFill>
            <a:schemeClr val="accent4">
              <a:shade val="95000"/>
              <a:satMod val="105000"/>
            </a:schemeClr>
          </a:solidFill>
          <a:prstDash val="solid"/>
        </a:ln>
        <a:effectLst>
          <a:outerShdw blurRad="40000" dist="20000" dir="5400000" rotWithShape="0">
            <a:srgbClr val="000000">
              <a:alpha val="38000"/>
            </a:srgbClr>
          </a:outerShdw>
        </a:effectLst>
      </dsp:spPr>
      <dsp:style>
        <a:lnRef idx="1">
          <a:schemeClr val="accent4"/>
        </a:lnRef>
        <a:fillRef idx="2">
          <a:schemeClr val="accent4"/>
        </a:fillRef>
        <a:effectRef idx="1">
          <a:schemeClr val="accent4"/>
        </a:effectRef>
        <a:fontRef idx="minor">
          <a:schemeClr val="dk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b="1" kern="1200" dirty="0">
              <a:solidFill>
                <a:schemeClr val="tx1"/>
              </a:solidFill>
              <a:latin typeface="Verdana"/>
              <a:ea typeface="Calibri"/>
              <a:cs typeface="CelesteOT"/>
            </a:rPr>
            <a:t>Chitin</a:t>
          </a:r>
          <a:endParaRPr lang="en-GB" sz="2500" kern="1200" dirty="0">
            <a:solidFill>
              <a:schemeClr val="tx1"/>
            </a:solidFill>
          </a:endParaRPr>
        </a:p>
      </dsp:txBody>
      <dsp:txXfrm>
        <a:off x="6090284" y="35627"/>
        <a:ext cx="2669976" cy="915744"/>
      </dsp:txXfrm>
    </dsp:sp>
    <dsp:sp modelId="{657518D8-E168-4FB4-9653-A65C629FC3B9}">
      <dsp:nvSpPr>
        <dsp:cNvPr id="0" name=""/>
        <dsp:cNvSpPr/>
      </dsp:nvSpPr>
      <dsp:spPr>
        <a:xfrm>
          <a:off x="6090284" y="951372"/>
          <a:ext cx="2669976" cy="5490000"/>
        </a:xfrm>
        <a:prstGeom prst="rect">
          <a:avLst/>
        </a:prstGeom>
        <a:gradFill rotWithShape="1">
          <a:gsLst>
            <a:gs pos="0">
              <a:schemeClr val="accent4">
                <a:tint val="50000"/>
                <a:satMod val="300000"/>
              </a:schemeClr>
            </a:gs>
            <a:gs pos="35000">
              <a:schemeClr val="accent4">
                <a:tint val="37000"/>
                <a:satMod val="300000"/>
              </a:schemeClr>
            </a:gs>
            <a:gs pos="100000">
              <a:schemeClr val="accent4">
                <a:tint val="15000"/>
                <a:satMod val="350000"/>
              </a:schemeClr>
            </a:gs>
          </a:gsLst>
          <a:lin ang="16200000" scaled="1"/>
        </a:gradFill>
        <a:ln w="9525" cap="flat" cmpd="sng" algn="ctr">
          <a:solidFill>
            <a:schemeClr val="accent4">
              <a:shade val="95000"/>
              <a:satMod val="105000"/>
            </a:schemeClr>
          </a:solidFill>
          <a:prstDash val="solid"/>
        </a:ln>
        <a:effectLst>
          <a:outerShdw blurRad="40000" dist="20000" dir="5400000" rotWithShape="0">
            <a:srgbClr val="000000">
              <a:alpha val="38000"/>
            </a:srgbClr>
          </a:outerShdw>
        </a:effectLst>
      </dsp:spPr>
      <dsp:style>
        <a:lnRef idx="1">
          <a:schemeClr val="accent4"/>
        </a:lnRef>
        <a:fillRef idx="2">
          <a:schemeClr val="accent4"/>
        </a:fillRef>
        <a:effectRef idx="1">
          <a:schemeClr val="accent4"/>
        </a:effectRef>
        <a:fontRef idx="minor">
          <a:schemeClr val="dk1"/>
        </a:fontRef>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latin typeface="Verdana"/>
              <a:ea typeface="Calibri"/>
              <a:cs typeface="CelesteOT"/>
            </a:rPr>
            <a:t>Partly derived from non-sugars (nitrogen)</a:t>
          </a:r>
          <a:endParaRPr lang="en-GB" sz="2500" kern="1200" dirty="0"/>
        </a:p>
        <a:p>
          <a:pPr marL="228600" lvl="1" indent="-228600" algn="l" defTabSz="1111250">
            <a:lnSpc>
              <a:spcPct val="90000"/>
            </a:lnSpc>
            <a:spcBef>
              <a:spcPct val="0"/>
            </a:spcBef>
            <a:spcAft>
              <a:spcPct val="15000"/>
            </a:spcAft>
            <a:buChar char="•"/>
          </a:pPr>
          <a:r>
            <a:rPr lang="en-US" sz="2500" kern="1200" dirty="0">
              <a:latin typeface="Verdana"/>
              <a:ea typeface="Calibri"/>
              <a:cs typeface="CelesteOT"/>
            </a:rPr>
            <a:t>Composes exoskeletons of insects</a:t>
          </a:r>
          <a:endParaRPr lang="en-US" sz="2500" kern="1200" dirty="0">
            <a:latin typeface="Calibri"/>
            <a:ea typeface="Calibri"/>
            <a:cs typeface="Times New Roman"/>
          </a:endParaRPr>
        </a:p>
      </dsp:txBody>
      <dsp:txXfrm>
        <a:off x="6090284" y="951372"/>
        <a:ext cx="2669976" cy="549000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8B56F05-C4AC-4B8C-9FF3-95CB0D8F9802}" type="datetimeFigureOut">
              <a:rPr lang="en-US" smtClean="0"/>
              <a:pPr/>
              <a:t>5/31/2026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41BC95-ED02-4239-A632-513FDBCA2725}" type="slidenum">
              <a:rPr lang="en-US" smtClean="0"/>
              <a:pPr/>
              <a:t>‹#›</a:t>
            </a:fld>
            <a:endParaRPr lang="en-US"/>
          </a:p>
        </p:txBody>
      </p:sp>
    </p:spTree>
    <p:extLst>
      <p:ext uri="{BB962C8B-B14F-4D97-AF65-F5344CB8AC3E}">
        <p14:creationId xmlns:p14="http://schemas.microsoft.com/office/powerpoint/2010/main" val="6448639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Living systems are composed of various types of molecules.  There are two main types: </a:t>
            </a:r>
            <a:r>
              <a:rPr lang="en-US" sz="1200" b="1" kern="1200" dirty="0">
                <a:solidFill>
                  <a:schemeClr val="tx1"/>
                </a:solidFill>
                <a:latin typeface="+mn-lt"/>
                <a:ea typeface="+mn-ea"/>
                <a:cs typeface="+mn-cs"/>
              </a:rPr>
              <a:t>Organic</a:t>
            </a:r>
            <a:r>
              <a:rPr lang="en-US" sz="1200" kern="1200" dirty="0">
                <a:solidFill>
                  <a:schemeClr val="tx1"/>
                </a:solidFill>
                <a:latin typeface="+mn-lt"/>
                <a:ea typeface="+mn-ea"/>
                <a:cs typeface="+mn-cs"/>
              </a:rPr>
              <a:t> and </a:t>
            </a:r>
            <a:r>
              <a:rPr lang="en-US" sz="1200" b="1" kern="1200" dirty="0">
                <a:solidFill>
                  <a:schemeClr val="tx1"/>
                </a:solidFill>
                <a:latin typeface="+mn-lt"/>
                <a:ea typeface="+mn-ea"/>
                <a:cs typeface="+mn-cs"/>
              </a:rPr>
              <a:t>Inorganic</a:t>
            </a:r>
            <a:r>
              <a:rPr lang="en-US" sz="1200" kern="1200" dirty="0">
                <a:solidFill>
                  <a:schemeClr val="tx1"/>
                </a:solidFill>
                <a:latin typeface="+mn-lt"/>
                <a:ea typeface="+mn-ea"/>
                <a:cs typeface="+mn-cs"/>
              </a:rPr>
              <a:t> molecules. All organic molecules contain carbon and those that don't are classified as Inorganic molecules. Organisms maintain reserves of small organic molecules that they can assemble into complex </a:t>
            </a:r>
            <a:r>
              <a:rPr lang="en-US" sz="1200" b="1" kern="1200" dirty="0">
                <a:solidFill>
                  <a:schemeClr val="tx1"/>
                </a:solidFill>
                <a:latin typeface="+mn-lt"/>
                <a:ea typeface="+mn-ea"/>
                <a:cs typeface="+mn-cs"/>
              </a:rPr>
              <a:t>Macromolecules</a:t>
            </a:r>
            <a:r>
              <a:rPr lang="en-US" sz="1200" kern="1200" dirty="0">
                <a:solidFill>
                  <a:schemeClr val="tx1"/>
                </a:solidFill>
                <a:latin typeface="+mn-lt"/>
                <a:ea typeface="+mn-ea"/>
                <a:cs typeface="+mn-cs"/>
              </a:rPr>
              <a:t> such as carbohydrates, lipids, proteins, and nucleic acids. These are the building blocks of the living organisms.</a:t>
            </a:r>
          </a:p>
          <a:p>
            <a:endParaRPr lang="en-US" dirty="0"/>
          </a:p>
        </p:txBody>
      </p:sp>
      <p:sp>
        <p:nvSpPr>
          <p:cNvPr id="4" name="Slide Number Placeholder 3"/>
          <p:cNvSpPr>
            <a:spLocks noGrp="1"/>
          </p:cNvSpPr>
          <p:nvPr>
            <p:ph type="sldNum" sz="quarter" idx="10"/>
          </p:nvPr>
        </p:nvSpPr>
        <p:spPr/>
        <p:txBody>
          <a:bodyPr/>
          <a:lstStyle/>
          <a:p>
            <a:fld id="{7541BC95-ED02-4239-A632-513FDBCA2725}" type="slidenum">
              <a:rPr lang="en-US" smtClean="0"/>
              <a:pPr/>
              <a:t>3</a:t>
            </a:fld>
            <a:endParaRPr lang="en-US"/>
          </a:p>
        </p:txBody>
      </p:sp>
    </p:spTree>
    <p:extLst>
      <p:ext uri="{BB962C8B-B14F-4D97-AF65-F5344CB8AC3E}">
        <p14:creationId xmlns:p14="http://schemas.microsoft.com/office/powerpoint/2010/main" val="2811988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u="sng" kern="1200" dirty="0">
                <a:solidFill>
                  <a:schemeClr val="tx1"/>
                </a:solidFill>
                <a:latin typeface="+mn-lt"/>
                <a:ea typeface="+mn-ea"/>
                <a:cs typeface="+mn-cs"/>
              </a:rPr>
              <a:t>Biological function of Protein</a:t>
            </a:r>
            <a:endParaRPr lang="en-GB"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Protein acts as storage material of food and energy.</a:t>
            </a:r>
            <a:endParaRPr lang="en-GB"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Many proteins are enzymes that catalyze biochemical reactions, and are vital to metabolism. </a:t>
            </a:r>
            <a:endParaRPr lang="en-GB"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Proteins are molecular instrument through which genetic information is expressed.</a:t>
            </a:r>
            <a:endParaRPr lang="en-GB"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They act as antibodies to prevent disease.</a:t>
            </a:r>
            <a:endParaRPr lang="en-GB"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The milk proteins help the growth of infant mammals.</a:t>
            </a:r>
            <a:endParaRPr lang="en-GB"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Like other biological macromolecules such as polysaccharides, lipids and nucleic acids, proteins are essential parts of organisms and participate in virtually every process within cells. </a:t>
            </a:r>
            <a:endParaRPr lang="en-GB"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Many proteins are enzymes that catalyze biochemical reactions and are vital to metabolism. </a:t>
            </a:r>
            <a:endParaRPr lang="en-GB"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Proteins also have structural or mechanical functions, such as </a:t>
            </a:r>
            <a:r>
              <a:rPr lang="en-US" sz="1200" kern="1200" dirty="0" err="1">
                <a:solidFill>
                  <a:schemeClr val="tx1"/>
                </a:solidFill>
                <a:latin typeface="+mn-lt"/>
                <a:ea typeface="+mn-ea"/>
                <a:cs typeface="+mn-cs"/>
              </a:rPr>
              <a:t>actin</a:t>
            </a:r>
            <a:r>
              <a:rPr lang="en-US" sz="1200" kern="1200" dirty="0">
                <a:solidFill>
                  <a:schemeClr val="tx1"/>
                </a:solidFill>
                <a:latin typeface="+mn-lt"/>
                <a:ea typeface="+mn-ea"/>
                <a:cs typeface="+mn-cs"/>
              </a:rPr>
              <a:t> and myosin in muscle and the proteins in the cytoskeleton, which form a system of scaffolding that maintains cell shape. </a:t>
            </a:r>
            <a:endParaRPr lang="en-GB"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Other proteins are important in cell signaling, immune responses, cell adhesion, and the cell cycle. </a:t>
            </a:r>
            <a:endParaRPr lang="en-GB"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Proteins are also necessary in animals’ diets, since animals cannot synthesize all the amino acids they need and must obtain essential amino acids from food. Through the process of digestion, animals break down ingested protein into free amino acids that are then used in metabolism.</a:t>
            </a:r>
            <a:endParaRPr lang="en-GB" sz="1200" kern="1200" dirty="0">
              <a:solidFill>
                <a:schemeClr val="tx1"/>
              </a:solidFill>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7541BC95-ED02-4239-A632-513FDBCA2725}" type="slidenum">
              <a:rPr lang="en-US" smtClean="0"/>
              <a:pPr/>
              <a:t>20</a:t>
            </a:fld>
            <a:endParaRPr lang="en-US"/>
          </a:p>
        </p:txBody>
      </p:sp>
    </p:spTree>
    <p:extLst>
      <p:ext uri="{BB962C8B-B14F-4D97-AF65-F5344CB8AC3E}">
        <p14:creationId xmlns:p14="http://schemas.microsoft.com/office/powerpoint/2010/main" val="4126683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7541BC95-ED02-4239-A632-513FDBCA2725}" type="slidenum">
              <a:rPr lang="en-US" smtClean="0"/>
              <a:pPr/>
              <a:t>22</a:t>
            </a:fld>
            <a:endParaRPr lang="en-US"/>
          </a:p>
        </p:txBody>
      </p:sp>
    </p:spTree>
    <p:extLst>
      <p:ext uri="{BB962C8B-B14F-4D97-AF65-F5344CB8AC3E}">
        <p14:creationId xmlns:p14="http://schemas.microsoft.com/office/powerpoint/2010/main" val="18725669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3BBEEBDB-93C9-477C-9870-2B3510955FFD}" type="datetime1">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D44E161-90E0-4C58-8609-544915303F91}" type="datetime1">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86B934-5667-4EEC-835B-E8672CC509BB}" type="datetime1">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3C4A5B88-6282-4AFE-A73A-6557FE69BF42}" type="datetime1">
              <a:rPr lang="en-US" smtClean="0"/>
              <a:pPr/>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D4B68DDD-E76B-4517-BBD5-31F5EA955096}" type="datetime1">
              <a:rPr lang="en-US" smtClean="0"/>
              <a:pPr/>
              <a:t>5/31/2026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3D2BFD75-C079-4F21-8732-B9A692E51C55}" type="datetime1">
              <a:rPr lang="en-US" smtClean="0"/>
              <a:pPr/>
              <a:t>5/31/2026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BD1526-B754-4910-A6BE-7039608FA5F6}" type="datetime1">
              <a:rPr lang="en-US" smtClean="0"/>
              <a:pPr/>
              <a:t>5/31/2026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A53B54-9C48-43B7-BC96-A7B7F62F6E04}" type="datetime1">
              <a:rPr lang="en-US" smtClean="0"/>
              <a:pPr/>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FA3A8D6-F6B5-4486-B726-3C420008E304}" type="datetime1">
              <a:rPr lang="en-US" smtClean="0"/>
              <a:pPr/>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F95C47A-0DA0-4690-BC45-C43118F9ED8E}" type="datetime1">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453A490-27EF-4ACC-BB54-2FE3C734B9D9}" type="datetime1">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824259-EC09-4C9F-9F84-F0AFA610838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68BA82-0AAF-405E-99DA-C7239379FAC4}" type="datetime1">
              <a:rPr lang="en-US" smtClean="0"/>
              <a:pPr/>
              <a:t>5/31/2026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824259-EC09-4C9F-9F84-F0AFA610838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http://www.vivo.colostate.edu/hbooks/genetics/biotech/basics/plevels.gif" TargetMode="External"/><Relationship Id="rId2" Type="http://schemas.openxmlformats.org/officeDocument/2006/relationships/image" Target="../media/image15.gi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gi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itle 5"/>
          <p:cNvSpPr>
            <a:spLocks noGrp="1"/>
          </p:cNvSpPr>
          <p:nvPr>
            <p:ph type="ctrTitle"/>
          </p:nvPr>
        </p:nvSpPr>
        <p:spPr>
          <a:xfrm>
            <a:off x="457200" y="53975"/>
            <a:ext cx="7772400" cy="1470025"/>
          </a:xfrm>
        </p:spPr>
        <p:txBody>
          <a:bodyPr/>
          <a:lstStyle/>
          <a:p>
            <a:r>
              <a:rPr lang="en-US" b="1" dirty="0">
                <a:solidFill>
                  <a:schemeClr val="tx1"/>
                </a:solidFill>
              </a:rPr>
              <a:t>BIO-103:</a:t>
            </a:r>
            <a:br>
              <a:rPr lang="en-US" b="1" dirty="0">
                <a:solidFill>
                  <a:schemeClr val="tx1"/>
                </a:solidFill>
              </a:rPr>
            </a:br>
            <a:r>
              <a:rPr lang="en-US" b="1" dirty="0"/>
              <a:t>Biological Macromolecules</a:t>
            </a:r>
            <a:endParaRPr lang="en-US" b="1" dirty="0">
              <a:solidFill>
                <a:schemeClr val="tx1"/>
              </a:solidFill>
            </a:endParaRPr>
          </a:p>
        </p:txBody>
      </p:sp>
      <p:sp>
        <p:nvSpPr>
          <p:cNvPr id="5122" name="Subtitle 4"/>
          <p:cNvSpPr>
            <a:spLocks noGrp="1"/>
          </p:cNvSpPr>
          <p:nvPr>
            <p:ph type="subTitle" idx="1"/>
          </p:nvPr>
        </p:nvSpPr>
        <p:spPr>
          <a:xfrm>
            <a:off x="1371600" y="4953000"/>
            <a:ext cx="6400800" cy="1752600"/>
          </a:xfrm>
        </p:spPr>
        <p:txBody>
          <a:bodyPr/>
          <a:lstStyle/>
          <a:p>
            <a:r>
              <a:rPr lang="en-US" b="1" dirty="0">
                <a:solidFill>
                  <a:schemeClr val="tx1"/>
                </a:solidFill>
              </a:rPr>
              <a:t>Prof. Dr. Md. </a:t>
            </a:r>
            <a:r>
              <a:rPr lang="en-US" b="1" dirty="0" err="1">
                <a:solidFill>
                  <a:schemeClr val="tx1"/>
                </a:solidFill>
              </a:rPr>
              <a:t>Mahbubul</a:t>
            </a:r>
            <a:r>
              <a:rPr lang="en-US" b="1" dirty="0">
                <a:solidFill>
                  <a:schemeClr val="tx1"/>
                </a:solidFill>
              </a:rPr>
              <a:t> Morshed</a:t>
            </a:r>
          </a:p>
        </p:txBody>
      </p:sp>
      <p:sp>
        <p:nvSpPr>
          <p:cNvPr id="5" name="Slide Number Placeholder 4"/>
          <p:cNvSpPr>
            <a:spLocks noGrp="1"/>
          </p:cNvSpPr>
          <p:nvPr>
            <p:ph type="sldNum" sz="quarter" idx="12"/>
          </p:nvPr>
        </p:nvSpPr>
        <p:spPr/>
        <p:txBody>
          <a:bodyPr/>
          <a:lstStyle/>
          <a:p>
            <a:fld id="{4A824259-EC09-4C9F-9F84-F0AFA6108387}" type="slidenum">
              <a:rPr lang="en-US" b="1" smtClean="0"/>
              <a:pPr/>
              <a:t>1</a:t>
            </a:fld>
            <a:endParaRPr lang="en-US" b="1" dirty="0"/>
          </a:p>
        </p:txBody>
      </p:sp>
      <p:pic>
        <p:nvPicPr>
          <p:cNvPr id="43010" name="Picture 2" descr="http://www.chem.uci.edu/~jsnowick/groupweb/images/jsn05.gif"/>
          <p:cNvPicPr>
            <a:picLocks noChangeAspect="1" noChangeArrowheads="1"/>
          </p:cNvPicPr>
          <p:nvPr/>
        </p:nvPicPr>
        <p:blipFill>
          <a:blip r:embed="rId2" cstate="print"/>
          <a:srcRect/>
          <a:stretch>
            <a:fillRect/>
          </a:stretch>
        </p:blipFill>
        <p:spPr bwMode="auto">
          <a:xfrm>
            <a:off x="1905000" y="1676400"/>
            <a:ext cx="4829175" cy="2962276"/>
          </a:xfrm>
          <a:prstGeom prst="rect">
            <a:avLst/>
          </a:prstGeom>
          <a:ln w="3175" cap="sq" cmpd="dbl">
            <a:solidFill>
              <a:srgbClr val="000000"/>
            </a:solidFill>
            <a:prstDash val="solid"/>
            <a:round/>
          </a:ln>
          <a:effectLst>
            <a:outerShdw blurRad="50800" dist="38100" dir="2700000" algn="tl" rotWithShape="0">
              <a:srgbClr val="000000">
                <a:alpha val="43000"/>
              </a:srgbClr>
            </a:outerShdw>
          </a:effec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Lecture Outline</a:t>
            </a:r>
          </a:p>
        </p:txBody>
      </p:sp>
      <p:sp>
        <p:nvSpPr>
          <p:cNvPr id="4" name="Slide Number Placeholder 3"/>
          <p:cNvSpPr>
            <a:spLocks noGrp="1"/>
          </p:cNvSpPr>
          <p:nvPr>
            <p:ph type="sldNum" sz="quarter" idx="12"/>
          </p:nvPr>
        </p:nvSpPr>
        <p:spPr/>
        <p:txBody>
          <a:bodyPr/>
          <a:lstStyle/>
          <a:p>
            <a:fld id="{4A824259-EC09-4C9F-9F84-F0AFA6108387}" type="slidenum">
              <a:rPr lang="en-US" smtClean="0"/>
              <a:pPr/>
              <a:t>2</a:t>
            </a:fld>
            <a:endParaRPr lang="en-US"/>
          </a:p>
        </p:txBody>
      </p:sp>
      <p:sp>
        <p:nvSpPr>
          <p:cNvPr id="5" name="Content Placeholder 2"/>
          <p:cNvSpPr>
            <a:spLocks noGrp="1"/>
          </p:cNvSpPr>
          <p:nvPr>
            <p:ph sz="quarter" idx="1"/>
          </p:nvPr>
        </p:nvSpPr>
        <p:spPr>
          <a:xfrm>
            <a:off x="457200" y="1600200"/>
            <a:ext cx="7467600" cy="4873752"/>
          </a:xfrm>
        </p:spPr>
        <p:txBody>
          <a:bodyPr/>
          <a:lstStyle/>
          <a:p>
            <a:r>
              <a:rPr lang="en-US" dirty="0"/>
              <a:t>Introduction &amp; basic terminologies</a:t>
            </a:r>
          </a:p>
          <a:p>
            <a:r>
              <a:rPr lang="en-US" dirty="0"/>
              <a:t>Carbohydrate</a:t>
            </a:r>
          </a:p>
          <a:p>
            <a:r>
              <a:rPr lang="en-US" dirty="0"/>
              <a:t>Protein</a:t>
            </a:r>
          </a:p>
          <a:p>
            <a:r>
              <a:rPr lang="en-US" dirty="0"/>
              <a:t>Lipid</a:t>
            </a:r>
          </a:p>
          <a:p>
            <a:r>
              <a:rPr lang="en-US" dirty="0"/>
              <a:t>Nucleic Acid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400800" cy="990600"/>
          </a:xfrm>
        </p:spPr>
        <p:txBody>
          <a:bodyPr>
            <a:normAutofit/>
          </a:bodyPr>
          <a:lstStyle/>
          <a:p>
            <a:pPr algn="r"/>
            <a:r>
              <a:rPr lang="en-US" b="1" dirty="0"/>
              <a:t>Introduction/ at a glance</a:t>
            </a:r>
            <a:endParaRPr lang="en-GB" b="1"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214636865"/>
              </p:ext>
            </p:extLst>
          </p:nvPr>
        </p:nvGraphicFramePr>
        <p:xfrm>
          <a:off x="-228600" y="914400"/>
          <a:ext cx="8686800" cy="556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762000" y="1868269"/>
            <a:ext cx="1295400" cy="646331"/>
          </a:xfrm>
          <a:prstGeom prst="rect">
            <a:avLst/>
          </a:prstGeom>
          <a:noFill/>
        </p:spPr>
        <p:txBody>
          <a:bodyPr wrap="square" rtlCol="0">
            <a:spAutoFit/>
          </a:bodyPr>
          <a:lstStyle/>
          <a:p>
            <a:r>
              <a:rPr lang="en-US" dirty="0"/>
              <a:t>Carbon containing!</a:t>
            </a:r>
          </a:p>
        </p:txBody>
      </p:sp>
      <p:sp>
        <p:nvSpPr>
          <p:cNvPr id="8" name="TextBox 7"/>
          <p:cNvSpPr txBox="1"/>
          <p:nvPr/>
        </p:nvSpPr>
        <p:spPr>
          <a:xfrm>
            <a:off x="6858000" y="1905000"/>
            <a:ext cx="1295400" cy="646331"/>
          </a:xfrm>
          <a:prstGeom prst="rect">
            <a:avLst/>
          </a:prstGeom>
          <a:noFill/>
        </p:spPr>
        <p:txBody>
          <a:bodyPr wrap="square" rtlCol="0">
            <a:spAutoFit/>
          </a:bodyPr>
          <a:lstStyle/>
          <a:p>
            <a:r>
              <a:rPr lang="en-US" dirty="0"/>
              <a:t>And the rest!</a:t>
            </a:r>
          </a:p>
        </p:txBody>
      </p:sp>
      <p:sp>
        <p:nvSpPr>
          <p:cNvPr id="9" name="TextBox 8"/>
          <p:cNvSpPr txBox="1"/>
          <p:nvPr/>
        </p:nvSpPr>
        <p:spPr>
          <a:xfrm>
            <a:off x="609600" y="2895600"/>
            <a:ext cx="1752600" cy="646331"/>
          </a:xfrm>
          <a:prstGeom prst="rect">
            <a:avLst/>
          </a:prstGeom>
          <a:noFill/>
        </p:spPr>
        <p:txBody>
          <a:bodyPr wrap="square" rtlCol="0">
            <a:spAutoFit/>
          </a:bodyPr>
          <a:lstStyle/>
          <a:p>
            <a:r>
              <a:rPr lang="en-US" dirty="0"/>
              <a:t>Assembling into complex form</a:t>
            </a:r>
          </a:p>
        </p:txBody>
      </p:sp>
      <p:sp>
        <p:nvSpPr>
          <p:cNvPr id="10" name="Left Brace 9"/>
          <p:cNvSpPr/>
          <p:nvPr/>
        </p:nvSpPr>
        <p:spPr>
          <a:xfrm>
            <a:off x="2667000" y="4038600"/>
            <a:ext cx="457200" cy="2590800"/>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11" name="TextBox 10"/>
          <p:cNvSpPr txBox="1"/>
          <p:nvPr/>
        </p:nvSpPr>
        <p:spPr>
          <a:xfrm>
            <a:off x="533400" y="5029200"/>
            <a:ext cx="2133600" cy="646331"/>
          </a:xfrm>
          <a:prstGeom prst="rect">
            <a:avLst/>
          </a:prstGeom>
          <a:noFill/>
        </p:spPr>
        <p:txBody>
          <a:bodyPr wrap="square" rtlCol="0">
            <a:spAutoFit/>
          </a:bodyPr>
          <a:lstStyle/>
          <a:p>
            <a:r>
              <a:rPr lang="en-US" dirty="0"/>
              <a:t>Building Blocks of living organism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Terminologies/Definitions</a:t>
            </a:r>
          </a:p>
        </p:txBody>
      </p:sp>
      <p:sp>
        <p:nvSpPr>
          <p:cNvPr id="3" name="Content Placeholder 2"/>
          <p:cNvSpPr>
            <a:spLocks noGrp="1"/>
          </p:cNvSpPr>
          <p:nvPr>
            <p:ph idx="1"/>
          </p:nvPr>
        </p:nvSpPr>
        <p:spPr/>
        <p:txBody>
          <a:bodyPr/>
          <a:lstStyle/>
          <a:p>
            <a:r>
              <a:rPr lang="en-US" sz="2800" b="1" dirty="0"/>
              <a:t>Macromolecule:</a:t>
            </a:r>
          </a:p>
          <a:p>
            <a:pPr>
              <a:buFont typeface="Wingdings" pitchFamily="2" charset="2"/>
              <a:buChar char="Ø"/>
            </a:pPr>
            <a:r>
              <a:rPr lang="en-US" sz="2800" dirty="0"/>
              <a:t>Small molecules assemble in different orientation  to make large molecule or Macromolecules.</a:t>
            </a:r>
          </a:p>
          <a:p>
            <a:pPr>
              <a:buFont typeface="Wingdings" pitchFamily="2" charset="2"/>
              <a:buChar char="v"/>
            </a:pPr>
            <a:r>
              <a:rPr lang="en-US" sz="2800" b="1" dirty="0"/>
              <a:t>Example: </a:t>
            </a:r>
            <a:r>
              <a:rPr lang="en-US" sz="2800" dirty="0"/>
              <a:t>Glucose molecules assemble to make cellulose (a carbohydrate) . </a:t>
            </a:r>
          </a:p>
          <a:p>
            <a:endParaRPr lang="en-US" dirty="0"/>
          </a:p>
        </p:txBody>
      </p:sp>
      <p:sp>
        <p:nvSpPr>
          <p:cNvPr id="4" name="Slide Number Placeholder 3"/>
          <p:cNvSpPr>
            <a:spLocks noGrp="1"/>
          </p:cNvSpPr>
          <p:nvPr>
            <p:ph type="sldNum" sz="quarter" idx="12"/>
          </p:nvPr>
        </p:nvSpPr>
        <p:spPr/>
        <p:txBody>
          <a:bodyPr/>
          <a:lstStyle/>
          <a:p>
            <a:fld id="{4A824259-EC09-4C9F-9F84-F0AFA6108387}" type="slidenum">
              <a:rPr lang="en-US" smtClean="0"/>
              <a:pPr/>
              <a:t>4</a:t>
            </a:fld>
            <a:endParaRPr lang="en-US"/>
          </a:p>
        </p:txBody>
      </p:sp>
      <p:grpSp>
        <p:nvGrpSpPr>
          <p:cNvPr id="5" name="Group 4"/>
          <p:cNvGrpSpPr>
            <a:grpSpLocks/>
          </p:cNvGrpSpPr>
          <p:nvPr/>
        </p:nvGrpSpPr>
        <p:grpSpPr bwMode="auto">
          <a:xfrm>
            <a:off x="1752600" y="4648201"/>
            <a:ext cx="5758715" cy="1603649"/>
            <a:chOff x="288" y="2784"/>
            <a:chExt cx="4669" cy="1395"/>
          </a:xfrm>
        </p:grpSpPr>
        <p:sp>
          <p:nvSpPr>
            <p:cNvPr id="6" name="AutoShape 5"/>
            <p:cNvSpPr>
              <a:spLocks noChangeArrowheads="1"/>
            </p:cNvSpPr>
            <p:nvPr/>
          </p:nvSpPr>
          <p:spPr bwMode="auto">
            <a:xfrm>
              <a:off x="1273" y="2784"/>
              <a:ext cx="817" cy="624"/>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7" name="Text Box 6"/>
            <p:cNvSpPr txBox="1">
              <a:spLocks noChangeArrowheads="1"/>
            </p:cNvSpPr>
            <p:nvPr/>
          </p:nvSpPr>
          <p:spPr bwMode="auto">
            <a:xfrm>
              <a:off x="1264" y="2976"/>
              <a:ext cx="600" cy="211"/>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8" name="AutoShape 7"/>
            <p:cNvSpPr>
              <a:spLocks noChangeArrowheads="1"/>
            </p:cNvSpPr>
            <p:nvPr/>
          </p:nvSpPr>
          <p:spPr bwMode="auto">
            <a:xfrm>
              <a:off x="288" y="2784"/>
              <a:ext cx="817" cy="624"/>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9" name="Text Box 8"/>
            <p:cNvSpPr txBox="1">
              <a:spLocks noChangeArrowheads="1"/>
            </p:cNvSpPr>
            <p:nvPr/>
          </p:nvSpPr>
          <p:spPr bwMode="auto">
            <a:xfrm>
              <a:off x="288" y="2976"/>
              <a:ext cx="598" cy="211"/>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10" name="Line 9"/>
            <p:cNvSpPr>
              <a:spLocks noChangeShapeType="1"/>
            </p:cNvSpPr>
            <p:nvPr/>
          </p:nvSpPr>
          <p:spPr bwMode="auto">
            <a:xfrm>
              <a:off x="1105" y="3096"/>
              <a:ext cx="168" cy="0"/>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11" name="AutoShape 10"/>
            <p:cNvSpPr>
              <a:spLocks noChangeArrowheads="1"/>
            </p:cNvSpPr>
            <p:nvPr/>
          </p:nvSpPr>
          <p:spPr bwMode="auto">
            <a:xfrm>
              <a:off x="1824" y="3553"/>
              <a:ext cx="817" cy="626"/>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12" name="Text Box 11"/>
            <p:cNvSpPr txBox="1">
              <a:spLocks noChangeArrowheads="1"/>
            </p:cNvSpPr>
            <p:nvPr/>
          </p:nvSpPr>
          <p:spPr bwMode="auto">
            <a:xfrm>
              <a:off x="1874" y="3743"/>
              <a:ext cx="600" cy="213"/>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13" name="AutoShape 12"/>
            <p:cNvSpPr>
              <a:spLocks noChangeArrowheads="1"/>
            </p:cNvSpPr>
            <p:nvPr/>
          </p:nvSpPr>
          <p:spPr bwMode="auto">
            <a:xfrm>
              <a:off x="839" y="3553"/>
              <a:ext cx="817" cy="626"/>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14" name="Text Box 13"/>
            <p:cNvSpPr txBox="1">
              <a:spLocks noChangeArrowheads="1"/>
            </p:cNvSpPr>
            <p:nvPr/>
          </p:nvSpPr>
          <p:spPr bwMode="auto">
            <a:xfrm>
              <a:off x="898" y="3743"/>
              <a:ext cx="598" cy="213"/>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15" name="Line 14"/>
            <p:cNvSpPr>
              <a:spLocks noChangeShapeType="1"/>
            </p:cNvSpPr>
            <p:nvPr/>
          </p:nvSpPr>
          <p:spPr bwMode="auto">
            <a:xfrm>
              <a:off x="1656" y="3864"/>
              <a:ext cx="168" cy="0"/>
            </a:xfrm>
            <a:prstGeom prst="line">
              <a:avLst/>
            </a:prstGeom>
            <a:noFill/>
            <a:ln w="57150">
              <a:solidFill>
                <a:schemeClr val="tx1"/>
              </a:solidFill>
              <a:round/>
              <a:headEnd type="none" w="sm" len="sm"/>
              <a:tailEnd type="none" w="sm" len="sm"/>
            </a:ln>
          </p:spPr>
          <p:txBody>
            <a:bodyPr wrap="none" anchor="ctr"/>
            <a:lstStyle/>
            <a:p>
              <a:endParaRPr lang="en-US"/>
            </a:p>
          </p:txBody>
        </p:sp>
        <p:grpSp>
          <p:nvGrpSpPr>
            <p:cNvPr id="16" name="Group 15"/>
            <p:cNvGrpSpPr>
              <a:grpSpLocks/>
            </p:cNvGrpSpPr>
            <p:nvPr/>
          </p:nvGrpSpPr>
          <p:grpSpPr bwMode="auto">
            <a:xfrm>
              <a:off x="2400" y="2784"/>
              <a:ext cx="1802" cy="621"/>
              <a:chOff x="2400" y="2784"/>
              <a:chExt cx="1802" cy="621"/>
            </a:xfrm>
          </p:grpSpPr>
          <p:sp>
            <p:nvSpPr>
              <p:cNvPr id="27" name="AutoShape 16"/>
              <p:cNvSpPr>
                <a:spLocks noChangeArrowheads="1"/>
              </p:cNvSpPr>
              <p:nvPr/>
            </p:nvSpPr>
            <p:spPr bwMode="auto">
              <a:xfrm>
                <a:off x="3385" y="2784"/>
                <a:ext cx="817" cy="621"/>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28" name="Text Box 17"/>
              <p:cNvSpPr txBox="1">
                <a:spLocks noChangeArrowheads="1"/>
              </p:cNvSpPr>
              <p:nvPr/>
            </p:nvSpPr>
            <p:spPr bwMode="auto">
              <a:xfrm>
                <a:off x="3397" y="2976"/>
                <a:ext cx="600" cy="209"/>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29" name="AutoShape 18"/>
              <p:cNvSpPr>
                <a:spLocks noChangeArrowheads="1"/>
              </p:cNvSpPr>
              <p:nvPr/>
            </p:nvSpPr>
            <p:spPr bwMode="auto">
              <a:xfrm>
                <a:off x="2400" y="2784"/>
                <a:ext cx="817" cy="621"/>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30" name="Text Box 19"/>
              <p:cNvSpPr txBox="1">
                <a:spLocks noChangeArrowheads="1"/>
              </p:cNvSpPr>
              <p:nvPr/>
            </p:nvSpPr>
            <p:spPr bwMode="auto">
              <a:xfrm>
                <a:off x="2423" y="2976"/>
                <a:ext cx="598" cy="209"/>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31" name="Line 20"/>
              <p:cNvSpPr>
                <a:spLocks noChangeShapeType="1"/>
              </p:cNvSpPr>
              <p:nvPr/>
            </p:nvSpPr>
            <p:spPr bwMode="auto">
              <a:xfrm>
                <a:off x="3217" y="3096"/>
                <a:ext cx="168" cy="0"/>
              </a:xfrm>
              <a:prstGeom prst="line">
                <a:avLst/>
              </a:prstGeom>
              <a:noFill/>
              <a:ln w="57150">
                <a:solidFill>
                  <a:schemeClr val="tx1"/>
                </a:solidFill>
                <a:round/>
                <a:headEnd type="none" w="sm" len="sm"/>
                <a:tailEnd type="none" w="sm" len="sm"/>
              </a:ln>
            </p:spPr>
            <p:txBody>
              <a:bodyPr wrap="none" anchor="ctr"/>
              <a:lstStyle/>
              <a:p>
                <a:endParaRPr lang="en-US"/>
              </a:p>
            </p:txBody>
          </p:sp>
        </p:grpSp>
        <p:sp>
          <p:nvSpPr>
            <p:cNvPr id="17" name="AutoShape 21"/>
            <p:cNvSpPr>
              <a:spLocks noChangeArrowheads="1"/>
            </p:cNvSpPr>
            <p:nvPr/>
          </p:nvSpPr>
          <p:spPr bwMode="auto">
            <a:xfrm>
              <a:off x="3888" y="3553"/>
              <a:ext cx="817" cy="626"/>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18" name="Text Box 22"/>
            <p:cNvSpPr txBox="1">
              <a:spLocks noChangeArrowheads="1"/>
            </p:cNvSpPr>
            <p:nvPr/>
          </p:nvSpPr>
          <p:spPr bwMode="auto">
            <a:xfrm>
              <a:off x="3948" y="3743"/>
              <a:ext cx="598" cy="213"/>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19" name="AutoShape 23"/>
            <p:cNvSpPr>
              <a:spLocks noChangeArrowheads="1"/>
            </p:cNvSpPr>
            <p:nvPr/>
          </p:nvSpPr>
          <p:spPr bwMode="auto">
            <a:xfrm>
              <a:off x="2903" y="3553"/>
              <a:ext cx="817" cy="626"/>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20" name="Text Box 24"/>
            <p:cNvSpPr txBox="1">
              <a:spLocks noChangeArrowheads="1"/>
            </p:cNvSpPr>
            <p:nvPr/>
          </p:nvSpPr>
          <p:spPr bwMode="auto">
            <a:xfrm>
              <a:off x="2909" y="3743"/>
              <a:ext cx="600" cy="213"/>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21" name="Line 25"/>
            <p:cNvSpPr>
              <a:spLocks noChangeShapeType="1"/>
            </p:cNvSpPr>
            <p:nvPr/>
          </p:nvSpPr>
          <p:spPr bwMode="auto">
            <a:xfrm>
              <a:off x="3720" y="3864"/>
              <a:ext cx="168" cy="0"/>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22" name="Line 26"/>
            <p:cNvSpPr>
              <a:spLocks noChangeShapeType="1"/>
            </p:cNvSpPr>
            <p:nvPr/>
          </p:nvSpPr>
          <p:spPr bwMode="auto">
            <a:xfrm>
              <a:off x="2064" y="3120"/>
              <a:ext cx="336" cy="0"/>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23" name="Line 27"/>
            <p:cNvSpPr>
              <a:spLocks noChangeShapeType="1"/>
            </p:cNvSpPr>
            <p:nvPr/>
          </p:nvSpPr>
          <p:spPr bwMode="auto">
            <a:xfrm>
              <a:off x="2640" y="3888"/>
              <a:ext cx="288" cy="0"/>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24" name="Line 28"/>
            <p:cNvSpPr>
              <a:spLocks noChangeShapeType="1"/>
            </p:cNvSpPr>
            <p:nvPr/>
          </p:nvSpPr>
          <p:spPr bwMode="auto">
            <a:xfrm flipV="1">
              <a:off x="1440" y="3408"/>
              <a:ext cx="48" cy="144"/>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25" name="Line 29"/>
            <p:cNvSpPr>
              <a:spLocks noChangeShapeType="1"/>
            </p:cNvSpPr>
            <p:nvPr/>
          </p:nvSpPr>
          <p:spPr bwMode="auto">
            <a:xfrm flipV="1">
              <a:off x="3504" y="3408"/>
              <a:ext cx="96" cy="144"/>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26" name="Text Box 30"/>
            <p:cNvSpPr txBox="1">
              <a:spLocks noChangeArrowheads="1"/>
            </p:cNvSpPr>
            <p:nvPr/>
          </p:nvSpPr>
          <p:spPr bwMode="auto">
            <a:xfrm>
              <a:off x="4131" y="3097"/>
              <a:ext cx="826" cy="321"/>
            </a:xfrm>
            <a:prstGeom prst="rect">
              <a:avLst/>
            </a:prstGeom>
            <a:noFill/>
            <a:ln w="12700">
              <a:noFill/>
              <a:miter lim="800000"/>
              <a:headEnd type="none" w="sm" len="sm"/>
              <a:tailEnd type="none" w="sm" len="sm"/>
            </a:ln>
            <a:effectLst/>
          </p:spPr>
          <p:txBody>
            <a:bodyPr wrap="none">
              <a:spAutoFit/>
            </a:bodyPr>
            <a:lstStyle/>
            <a:p>
              <a:pPr>
                <a:defRPr/>
              </a:pPr>
              <a:r>
                <a:rPr lang="en-US" b="1" dirty="0"/>
                <a:t>cellulose</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458200" cy="4525963"/>
          </a:xfrm>
        </p:spPr>
        <p:txBody>
          <a:bodyPr/>
          <a:lstStyle/>
          <a:p>
            <a:r>
              <a:rPr lang="en-US" sz="2800" b="1" dirty="0">
                <a:solidFill>
                  <a:srgbClr val="FF0000"/>
                </a:solidFill>
              </a:rPr>
              <a:t>Monomers</a:t>
            </a:r>
            <a:r>
              <a:rPr lang="en-US" sz="2800" dirty="0">
                <a:solidFill>
                  <a:srgbClr val="FF0000"/>
                </a:solidFill>
              </a:rPr>
              <a:t> </a:t>
            </a:r>
            <a:r>
              <a:rPr lang="en-US" sz="2800" dirty="0"/>
              <a:t>are small molecules or building blocks which may be joined together in a repeating fashion to form more complex molecules called polymers.</a:t>
            </a:r>
          </a:p>
          <a:p>
            <a:r>
              <a:rPr lang="en-US" sz="2800" dirty="0"/>
              <a:t>A </a:t>
            </a:r>
            <a:r>
              <a:rPr lang="en-US" sz="2800" b="1" dirty="0">
                <a:solidFill>
                  <a:srgbClr val="FF0000"/>
                </a:solidFill>
              </a:rPr>
              <a:t>polymer</a:t>
            </a:r>
            <a:r>
              <a:rPr lang="en-US" sz="2800" b="1" dirty="0"/>
              <a:t> </a:t>
            </a:r>
            <a:r>
              <a:rPr lang="en-US" sz="2800" dirty="0"/>
              <a:t>may be a natural or synthetic macromolecule comprised of repeating units of a smaller molecule (monomers).</a:t>
            </a:r>
          </a:p>
          <a:p>
            <a:endParaRPr lang="en-US" dirty="0"/>
          </a:p>
        </p:txBody>
      </p:sp>
      <p:sp>
        <p:nvSpPr>
          <p:cNvPr id="4" name="Slide Number Placeholder 3"/>
          <p:cNvSpPr>
            <a:spLocks noGrp="1"/>
          </p:cNvSpPr>
          <p:nvPr>
            <p:ph type="sldNum" sz="quarter" idx="12"/>
          </p:nvPr>
        </p:nvSpPr>
        <p:spPr/>
        <p:txBody>
          <a:bodyPr/>
          <a:lstStyle/>
          <a:p>
            <a:fld id="{4A824259-EC09-4C9F-9F84-F0AFA6108387}" type="slidenum">
              <a:rPr lang="en-US" smtClean="0"/>
              <a:pPr/>
              <a:t>5</a:t>
            </a:fld>
            <a:endParaRPr lang="en-US"/>
          </a:p>
        </p:txBody>
      </p:sp>
      <p:sp>
        <p:nvSpPr>
          <p:cNvPr id="5" name="Title 1"/>
          <p:cNvSpPr>
            <a:spLocks noGrp="1"/>
          </p:cNvSpPr>
          <p:nvPr>
            <p:ph type="title"/>
          </p:nvPr>
        </p:nvSpPr>
        <p:spPr>
          <a:xfrm>
            <a:off x="457200" y="76200"/>
            <a:ext cx="8229600" cy="1143000"/>
          </a:xfrm>
        </p:spPr>
        <p:txBody>
          <a:bodyPr/>
          <a:lstStyle/>
          <a:p>
            <a:r>
              <a:rPr lang="en-US" b="1" dirty="0"/>
              <a:t>Terminologies/Definitions</a:t>
            </a:r>
          </a:p>
        </p:txBody>
      </p:sp>
      <p:grpSp>
        <p:nvGrpSpPr>
          <p:cNvPr id="6" name="Group 5"/>
          <p:cNvGrpSpPr/>
          <p:nvPr/>
        </p:nvGrpSpPr>
        <p:grpSpPr>
          <a:xfrm>
            <a:off x="762000" y="4419601"/>
            <a:ext cx="7799378" cy="1904998"/>
            <a:chOff x="914400" y="4953002"/>
            <a:chExt cx="7799378" cy="1904998"/>
          </a:xfrm>
        </p:grpSpPr>
        <p:grpSp>
          <p:nvGrpSpPr>
            <p:cNvPr id="7" name="Group 4"/>
            <p:cNvGrpSpPr>
              <a:grpSpLocks/>
            </p:cNvGrpSpPr>
            <p:nvPr/>
          </p:nvGrpSpPr>
          <p:grpSpPr bwMode="auto">
            <a:xfrm>
              <a:off x="3886200" y="4953002"/>
              <a:ext cx="4827578" cy="1365010"/>
              <a:chOff x="288" y="2784"/>
              <a:chExt cx="4779" cy="1395"/>
            </a:xfrm>
          </p:grpSpPr>
          <p:sp>
            <p:nvSpPr>
              <p:cNvPr id="14" name="AutoShape 5"/>
              <p:cNvSpPr>
                <a:spLocks noChangeArrowheads="1"/>
              </p:cNvSpPr>
              <p:nvPr/>
            </p:nvSpPr>
            <p:spPr bwMode="auto">
              <a:xfrm>
                <a:off x="1273" y="2784"/>
                <a:ext cx="817" cy="624"/>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15" name="Text Box 6"/>
              <p:cNvSpPr txBox="1">
                <a:spLocks noChangeArrowheads="1"/>
              </p:cNvSpPr>
              <p:nvPr/>
            </p:nvSpPr>
            <p:spPr bwMode="auto">
              <a:xfrm>
                <a:off x="1264" y="2976"/>
                <a:ext cx="600" cy="211"/>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16" name="AutoShape 7"/>
              <p:cNvSpPr>
                <a:spLocks noChangeArrowheads="1"/>
              </p:cNvSpPr>
              <p:nvPr/>
            </p:nvSpPr>
            <p:spPr bwMode="auto">
              <a:xfrm>
                <a:off x="288" y="2784"/>
                <a:ext cx="817" cy="624"/>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17" name="Text Box 8"/>
              <p:cNvSpPr txBox="1">
                <a:spLocks noChangeArrowheads="1"/>
              </p:cNvSpPr>
              <p:nvPr/>
            </p:nvSpPr>
            <p:spPr bwMode="auto">
              <a:xfrm>
                <a:off x="288" y="2976"/>
                <a:ext cx="598" cy="211"/>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18" name="Line 9"/>
              <p:cNvSpPr>
                <a:spLocks noChangeShapeType="1"/>
              </p:cNvSpPr>
              <p:nvPr/>
            </p:nvSpPr>
            <p:spPr bwMode="auto">
              <a:xfrm>
                <a:off x="1105" y="3096"/>
                <a:ext cx="168" cy="0"/>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19" name="AutoShape 10"/>
              <p:cNvSpPr>
                <a:spLocks noChangeArrowheads="1"/>
              </p:cNvSpPr>
              <p:nvPr/>
            </p:nvSpPr>
            <p:spPr bwMode="auto">
              <a:xfrm>
                <a:off x="1824" y="3553"/>
                <a:ext cx="817" cy="626"/>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20" name="Text Box 11"/>
              <p:cNvSpPr txBox="1">
                <a:spLocks noChangeArrowheads="1"/>
              </p:cNvSpPr>
              <p:nvPr/>
            </p:nvSpPr>
            <p:spPr bwMode="auto">
              <a:xfrm>
                <a:off x="1874" y="3743"/>
                <a:ext cx="600" cy="213"/>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21" name="AutoShape 12"/>
              <p:cNvSpPr>
                <a:spLocks noChangeArrowheads="1"/>
              </p:cNvSpPr>
              <p:nvPr/>
            </p:nvSpPr>
            <p:spPr bwMode="auto">
              <a:xfrm>
                <a:off x="839" y="3553"/>
                <a:ext cx="817" cy="626"/>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22" name="Text Box 13"/>
              <p:cNvSpPr txBox="1">
                <a:spLocks noChangeArrowheads="1"/>
              </p:cNvSpPr>
              <p:nvPr/>
            </p:nvSpPr>
            <p:spPr bwMode="auto">
              <a:xfrm>
                <a:off x="898" y="3743"/>
                <a:ext cx="598" cy="213"/>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23" name="Line 14"/>
              <p:cNvSpPr>
                <a:spLocks noChangeShapeType="1"/>
              </p:cNvSpPr>
              <p:nvPr/>
            </p:nvSpPr>
            <p:spPr bwMode="auto">
              <a:xfrm>
                <a:off x="1656" y="3864"/>
                <a:ext cx="168" cy="0"/>
              </a:xfrm>
              <a:prstGeom prst="line">
                <a:avLst/>
              </a:prstGeom>
              <a:noFill/>
              <a:ln w="57150">
                <a:solidFill>
                  <a:schemeClr val="tx1"/>
                </a:solidFill>
                <a:round/>
                <a:headEnd type="none" w="sm" len="sm"/>
                <a:tailEnd type="none" w="sm" len="sm"/>
              </a:ln>
            </p:spPr>
            <p:txBody>
              <a:bodyPr wrap="none" anchor="ctr"/>
              <a:lstStyle/>
              <a:p>
                <a:endParaRPr lang="en-US"/>
              </a:p>
            </p:txBody>
          </p:sp>
          <p:grpSp>
            <p:nvGrpSpPr>
              <p:cNvPr id="24" name="Group 15"/>
              <p:cNvGrpSpPr>
                <a:grpSpLocks/>
              </p:cNvGrpSpPr>
              <p:nvPr/>
            </p:nvGrpSpPr>
            <p:grpSpPr bwMode="auto">
              <a:xfrm>
                <a:off x="2400" y="2784"/>
                <a:ext cx="1802" cy="621"/>
                <a:chOff x="2400" y="2784"/>
                <a:chExt cx="1802" cy="621"/>
              </a:xfrm>
            </p:grpSpPr>
            <p:sp>
              <p:nvSpPr>
                <p:cNvPr id="35" name="AutoShape 16"/>
                <p:cNvSpPr>
                  <a:spLocks noChangeArrowheads="1"/>
                </p:cNvSpPr>
                <p:nvPr/>
              </p:nvSpPr>
              <p:spPr bwMode="auto">
                <a:xfrm>
                  <a:off x="3385" y="2784"/>
                  <a:ext cx="817" cy="621"/>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36" name="Text Box 17"/>
                <p:cNvSpPr txBox="1">
                  <a:spLocks noChangeArrowheads="1"/>
                </p:cNvSpPr>
                <p:nvPr/>
              </p:nvSpPr>
              <p:spPr bwMode="auto">
                <a:xfrm>
                  <a:off x="3397" y="2976"/>
                  <a:ext cx="600" cy="209"/>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37" name="AutoShape 18"/>
                <p:cNvSpPr>
                  <a:spLocks noChangeArrowheads="1"/>
                </p:cNvSpPr>
                <p:nvPr/>
              </p:nvSpPr>
              <p:spPr bwMode="auto">
                <a:xfrm>
                  <a:off x="2400" y="2784"/>
                  <a:ext cx="817" cy="621"/>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38" name="Text Box 19"/>
                <p:cNvSpPr txBox="1">
                  <a:spLocks noChangeArrowheads="1"/>
                </p:cNvSpPr>
                <p:nvPr/>
              </p:nvSpPr>
              <p:spPr bwMode="auto">
                <a:xfrm>
                  <a:off x="2423" y="2976"/>
                  <a:ext cx="598" cy="209"/>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39" name="Line 20"/>
                <p:cNvSpPr>
                  <a:spLocks noChangeShapeType="1"/>
                </p:cNvSpPr>
                <p:nvPr/>
              </p:nvSpPr>
              <p:spPr bwMode="auto">
                <a:xfrm>
                  <a:off x="3217" y="3096"/>
                  <a:ext cx="168" cy="0"/>
                </a:xfrm>
                <a:prstGeom prst="line">
                  <a:avLst/>
                </a:prstGeom>
                <a:noFill/>
                <a:ln w="57150">
                  <a:solidFill>
                    <a:schemeClr val="tx1"/>
                  </a:solidFill>
                  <a:round/>
                  <a:headEnd type="none" w="sm" len="sm"/>
                  <a:tailEnd type="none" w="sm" len="sm"/>
                </a:ln>
              </p:spPr>
              <p:txBody>
                <a:bodyPr wrap="none" anchor="ctr"/>
                <a:lstStyle/>
                <a:p>
                  <a:endParaRPr lang="en-US"/>
                </a:p>
              </p:txBody>
            </p:sp>
          </p:grpSp>
          <p:sp>
            <p:nvSpPr>
              <p:cNvPr id="25" name="AutoShape 21"/>
              <p:cNvSpPr>
                <a:spLocks noChangeArrowheads="1"/>
              </p:cNvSpPr>
              <p:nvPr/>
            </p:nvSpPr>
            <p:spPr bwMode="auto">
              <a:xfrm>
                <a:off x="3888" y="3553"/>
                <a:ext cx="817" cy="626"/>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26" name="Text Box 22"/>
              <p:cNvSpPr txBox="1">
                <a:spLocks noChangeArrowheads="1"/>
              </p:cNvSpPr>
              <p:nvPr/>
            </p:nvSpPr>
            <p:spPr bwMode="auto">
              <a:xfrm>
                <a:off x="3909" y="3718"/>
                <a:ext cx="598" cy="213"/>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27" name="AutoShape 23"/>
              <p:cNvSpPr>
                <a:spLocks noChangeArrowheads="1"/>
              </p:cNvSpPr>
              <p:nvPr/>
            </p:nvSpPr>
            <p:spPr bwMode="auto">
              <a:xfrm>
                <a:off x="2903" y="3553"/>
                <a:ext cx="817" cy="626"/>
              </a:xfrm>
              <a:prstGeom prst="hexagon">
                <a:avLst>
                  <a:gd name="adj" fmla="val 32732"/>
                  <a:gd name="vf" fmla="val 115470"/>
                </a:avLst>
              </a:prstGeom>
              <a:solidFill>
                <a:schemeClr val="tx2">
                  <a:lumMod val="60000"/>
                  <a:lumOff val="40000"/>
                </a:schemeClr>
              </a:solidFill>
              <a:ln w="38100">
                <a:solidFill>
                  <a:schemeClr val="tx1"/>
                </a:solidFill>
                <a:miter lim="800000"/>
                <a:headEnd type="none" w="sm" len="sm"/>
                <a:tailEnd type="none" w="sm" len="sm"/>
              </a:ln>
            </p:spPr>
            <p:txBody>
              <a:bodyPr wrap="none" anchor="ctr"/>
              <a:lstStyle/>
              <a:p>
                <a:pPr algn="ctr">
                  <a:defRPr/>
                </a:pPr>
                <a:endParaRPr lang="en-US" sz="1600">
                  <a:solidFill>
                    <a:schemeClr val="hlink"/>
                  </a:solidFill>
                </a:endParaRPr>
              </a:p>
            </p:txBody>
          </p:sp>
          <p:sp>
            <p:nvSpPr>
              <p:cNvPr id="28" name="Text Box 24"/>
              <p:cNvSpPr txBox="1">
                <a:spLocks noChangeArrowheads="1"/>
              </p:cNvSpPr>
              <p:nvPr/>
            </p:nvSpPr>
            <p:spPr bwMode="auto">
              <a:xfrm>
                <a:off x="2909" y="3743"/>
                <a:ext cx="600" cy="213"/>
              </a:xfrm>
              <a:prstGeom prst="rect">
                <a:avLst/>
              </a:prstGeom>
              <a:noFill/>
              <a:ln w="12700">
                <a:noFill/>
                <a:miter lim="800000"/>
                <a:headEnd type="none" w="sm" len="sm"/>
                <a:tailEnd type="none" w="sm" len="sm"/>
              </a:ln>
              <a:effectLst/>
            </p:spPr>
            <p:txBody>
              <a:bodyPr wrap="none">
                <a:spAutoFit/>
              </a:bodyPr>
              <a:lstStyle/>
              <a:p>
                <a:pPr>
                  <a:defRPr/>
                </a:pPr>
                <a:r>
                  <a:rPr lang="en-US" sz="1600" b="1" dirty="0">
                    <a:solidFill>
                      <a:srgbClr val="333399"/>
                    </a:solidFill>
                    <a:effectLst>
                      <a:outerShdw blurRad="38100" dist="38100" dir="2700000" algn="tl">
                        <a:srgbClr val="C0C0C0"/>
                      </a:outerShdw>
                    </a:effectLst>
                  </a:rPr>
                  <a:t>glucose</a:t>
                </a:r>
                <a:endParaRPr lang="en-US" sz="1600" dirty="0"/>
              </a:p>
            </p:txBody>
          </p:sp>
          <p:sp>
            <p:nvSpPr>
              <p:cNvPr id="29" name="Line 25"/>
              <p:cNvSpPr>
                <a:spLocks noChangeShapeType="1"/>
              </p:cNvSpPr>
              <p:nvPr/>
            </p:nvSpPr>
            <p:spPr bwMode="auto">
              <a:xfrm>
                <a:off x="3720" y="3864"/>
                <a:ext cx="168" cy="0"/>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30" name="Line 26"/>
              <p:cNvSpPr>
                <a:spLocks noChangeShapeType="1"/>
              </p:cNvSpPr>
              <p:nvPr/>
            </p:nvSpPr>
            <p:spPr bwMode="auto">
              <a:xfrm>
                <a:off x="2064" y="3120"/>
                <a:ext cx="336" cy="0"/>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31" name="Line 27"/>
              <p:cNvSpPr>
                <a:spLocks noChangeShapeType="1"/>
              </p:cNvSpPr>
              <p:nvPr/>
            </p:nvSpPr>
            <p:spPr bwMode="auto">
              <a:xfrm>
                <a:off x="2640" y="3888"/>
                <a:ext cx="288" cy="0"/>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32" name="Line 28"/>
              <p:cNvSpPr>
                <a:spLocks noChangeShapeType="1"/>
              </p:cNvSpPr>
              <p:nvPr/>
            </p:nvSpPr>
            <p:spPr bwMode="auto">
              <a:xfrm flipV="1">
                <a:off x="1440" y="3408"/>
                <a:ext cx="48" cy="144"/>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33" name="Line 29"/>
              <p:cNvSpPr>
                <a:spLocks noChangeShapeType="1"/>
              </p:cNvSpPr>
              <p:nvPr/>
            </p:nvSpPr>
            <p:spPr bwMode="auto">
              <a:xfrm flipV="1">
                <a:off x="3504" y="3408"/>
                <a:ext cx="96" cy="144"/>
              </a:xfrm>
              <a:prstGeom prst="line">
                <a:avLst/>
              </a:prstGeom>
              <a:noFill/>
              <a:ln w="57150">
                <a:solidFill>
                  <a:schemeClr val="tx1"/>
                </a:solidFill>
                <a:round/>
                <a:headEnd type="none" w="sm" len="sm"/>
                <a:tailEnd type="none" w="sm" len="sm"/>
              </a:ln>
            </p:spPr>
            <p:txBody>
              <a:bodyPr wrap="none" anchor="ctr"/>
              <a:lstStyle/>
              <a:p>
                <a:endParaRPr lang="en-US"/>
              </a:p>
            </p:txBody>
          </p:sp>
          <p:sp>
            <p:nvSpPr>
              <p:cNvPr id="34" name="Text Box 30"/>
              <p:cNvSpPr txBox="1">
                <a:spLocks noChangeArrowheads="1"/>
              </p:cNvSpPr>
              <p:nvPr/>
            </p:nvSpPr>
            <p:spPr bwMode="auto">
              <a:xfrm>
                <a:off x="4131" y="3097"/>
                <a:ext cx="936" cy="288"/>
              </a:xfrm>
              <a:prstGeom prst="rect">
                <a:avLst/>
              </a:prstGeom>
              <a:noFill/>
              <a:ln w="12700">
                <a:noFill/>
                <a:miter lim="800000"/>
                <a:headEnd type="none" w="sm" len="sm"/>
                <a:tailEnd type="none" w="sm" len="sm"/>
              </a:ln>
              <a:effectLst/>
            </p:spPr>
            <p:txBody>
              <a:bodyPr wrap="none">
                <a:spAutoFit/>
              </a:bodyPr>
              <a:lstStyle/>
              <a:p>
                <a:pPr>
                  <a:defRPr/>
                </a:pPr>
                <a:r>
                  <a:rPr lang="en-US" b="1" dirty="0">
                    <a:solidFill>
                      <a:srgbClr val="333399"/>
                    </a:solidFill>
                    <a:effectLst>
                      <a:outerShdw blurRad="38100" dist="38100" dir="2700000" algn="tl">
                        <a:srgbClr val="C0C0C0"/>
                      </a:outerShdw>
                    </a:effectLst>
                  </a:rPr>
                  <a:t>cellulose</a:t>
                </a:r>
              </a:p>
            </p:txBody>
          </p:sp>
        </p:grpSp>
        <p:grpSp>
          <p:nvGrpSpPr>
            <p:cNvPr id="8" name="Group 7"/>
            <p:cNvGrpSpPr>
              <a:grpSpLocks/>
            </p:cNvGrpSpPr>
            <p:nvPr/>
          </p:nvGrpSpPr>
          <p:grpSpPr bwMode="auto">
            <a:xfrm>
              <a:off x="914401" y="5181600"/>
              <a:ext cx="1371601" cy="914400"/>
              <a:chOff x="5867400" y="1905000"/>
              <a:chExt cx="2486026" cy="1524000"/>
            </a:xfrm>
          </p:grpSpPr>
          <p:sp>
            <p:nvSpPr>
              <p:cNvPr id="12" name="AutoShape 5"/>
              <p:cNvSpPr>
                <a:spLocks noChangeArrowheads="1"/>
              </p:cNvSpPr>
              <p:nvPr/>
            </p:nvSpPr>
            <p:spPr bwMode="auto">
              <a:xfrm>
                <a:off x="5867400" y="1905000"/>
                <a:ext cx="2209800" cy="1524000"/>
              </a:xfrm>
              <a:prstGeom prst="hexagon">
                <a:avLst>
                  <a:gd name="adj" fmla="val 36250"/>
                  <a:gd name="vf" fmla="val 115470"/>
                </a:avLst>
              </a:prstGeom>
              <a:solidFill>
                <a:schemeClr val="tx2">
                  <a:lumMod val="60000"/>
                  <a:lumOff val="40000"/>
                </a:schemeClr>
              </a:solidFill>
              <a:ln>
                <a:solidFill>
                  <a:schemeClr val="tx1"/>
                </a:solidFill>
                <a:headEnd type="none" w="sm" len="sm"/>
                <a:tailEnd type="none" w="sm" len="sm"/>
              </a:ln>
            </p:spPr>
            <p:style>
              <a:lnRef idx="2">
                <a:schemeClr val="accent1"/>
              </a:lnRef>
              <a:fillRef idx="1">
                <a:schemeClr val="lt1"/>
              </a:fillRef>
              <a:effectRef idx="0">
                <a:schemeClr val="accent1"/>
              </a:effectRef>
              <a:fontRef idx="minor">
                <a:schemeClr val="dk1"/>
              </a:fontRef>
            </p:style>
            <p:txBody>
              <a:bodyPr wrap="none" anchor="ctr"/>
              <a:lstStyle/>
              <a:p>
                <a:pPr algn="ctr"/>
                <a:endParaRPr lang="en-US">
                  <a:solidFill>
                    <a:schemeClr val="hlink"/>
                  </a:solidFill>
                </a:endParaRPr>
              </a:p>
            </p:txBody>
          </p:sp>
          <p:sp>
            <p:nvSpPr>
              <p:cNvPr id="13" name="Text Box 6"/>
              <p:cNvSpPr txBox="1">
                <a:spLocks noChangeArrowheads="1"/>
              </p:cNvSpPr>
              <p:nvPr/>
            </p:nvSpPr>
            <p:spPr bwMode="auto">
              <a:xfrm>
                <a:off x="6005513" y="2413000"/>
                <a:ext cx="2347913" cy="615553"/>
              </a:xfrm>
              <a:prstGeom prst="rect">
                <a:avLst/>
              </a:prstGeom>
              <a:noFill/>
              <a:ln w="12700">
                <a:noFill/>
                <a:miter lim="800000"/>
                <a:headEnd type="none" w="sm" len="sm"/>
                <a:tailEnd type="none" w="sm" len="sm"/>
              </a:ln>
              <a:effectLst/>
            </p:spPr>
            <p:txBody>
              <a:bodyPr wrap="square">
                <a:spAutoFit/>
              </a:bodyPr>
              <a:lstStyle/>
              <a:p>
                <a:pPr>
                  <a:defRPr/>
                </a:pPr>
                <a:r>
                  <a:rPr lang="en-US" b="1" dirty="0">
                    <a:solidFill>
                      <a:srgbClr val="333399"/>
                    </a:solidFill>
                    <a:effectLst>
                      <a:outerShdw blurRad="38100" dist="38100" dir="2700000" algn="tl">
                        <a:srgbClr val="C0C0C0"/>
                      </a:outerShdw>
                    </a:effectLst>
                  </a:rPr>
                  <a:t>glucose</a:t>
                </a:r>
                <a:endParaRPr lang="en-US" dirty="0"/>
              </a:p>
            </p:txBody>
          </p:sp>
        </p:grpSp>
        <p:cxnSp>
          <p:nvCxnSpPr>
            <p:cNvPr id="9" name="Straight Arrow Connector 8"/>
            <p:cNvCxnSpPr/>
            <p:nvPr/>
          </p:nvCxnSpPr>
          <p:spPr>
            <a:xfrm>
              <a:off x="2438400" y="5638800"/>
              <a:ext cx="13716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0" name="TextBox 9"/>
            <p:cNvSpPr txBox="1"/>
            <p:nvPr/>
          </p:nvSpPr>
          <p:spPr>
            <a:xfrm>
              <a:off x="914400" y="6172200"/>
              <a:ext cx="1141659" cy="369332"/>
            </a:xfrm>
            <a:prstGeom prst="rect">
              <a:avLst/>
            </a:prstGeom>
            <a:noFill/>
          </p:spPr>
          <p:txBody>
            <a:bodyPr wrap="none" rtlCol="0">
              <a:spAutoFit/>
            </a:bodyPr>
            <a:lstStyle/>
            <a:p>
              <a:r>
                <a:rPr lang="en-US" b="1" dirty="0">
                  <a:solidFill>
                    <a:srgbClr val="FF0000"/>
                  </a:solidFill>
                </a:rPr>
                <a:t>Monomer</a:t>
              </a:r>
            </a:p>
          </p:txBody>
        </p:sp>
        <p:sp>
          <p:nvSpPr>
            <p:cNvPr id="11" name="TextBox 10"/>
            <p:cNvSpPr txBox="1"/>
            <p:nvPr/>
          </p:nvSpPr>
          <p:spPr>
            <a:xfrm>
              <a:off x="6019800" y="6488668"/>
              <a:ext cx="977640" cy="369332"/>
            </a:xfrm>
            <a:prstGeom prst="rect">
              <a:avLst/>
            </a:prstGeom>
            <a:noFill/>
          </p:spPr>
          <p:txBody>
            <a:bodyPr wrap="none" rtlCol="0">
              <a:spAutoFit/>
            </a:bodyPr>
            <a:lstStyle/>
            <a:p>
              <a:r>
                <a:rPr lang="en-US" b="1" dirty="0">
                  <a:solidFill>
                    <a:srgbClr val="FF0000"/>
                  </a:solidFill>
                </a:rPr>
                <a:t>Polymer</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A824259-EC09-4C9F-9F84-F0AFA6108387}" type="slidenum">
              <a:rPr lang="en-US" smtClean="0"/>
              <a:pPr/>
              <a:t>6</a:t>
            </a:fld>
            <a:endParaRPr lang="en-US"/>
          </a:p>
        </p:txBody>
      </p:sp>
      <p:sp>
        <p:nvSpPr>
          <p:cNvPr id="5" name="Title 1"/>
          <p:cNvSpPr>
            <a:spLocks noGrp="1"/>
          </p:cNvSpPr>
          <p:nvPr>
            <p:ph type="title"/>
          </p:nvPr>
        </p:nvSpPr>
        <p:spPr>
          <a:xfrm>
            <a:off x="457200" y="76200"/>
            <a:ext cx="8229600" cy="1143000"/>
          </a:xfrm>
        </p:spPr>
        <p:txBody>
          <a:bodyPr/>
          <a:lstStyle/>
          <a:p>
            <a:r>
              <a:rPr lang="en-US" b="1" dirty="0"/>
              <a:t>Terminologies/Definitions</a:t>
            </a:r>
          </a:p>
        </p:txBody>
      </p:sp>
      <p:sp>
        <p:nvSpPr>
          <p:cNvPr id="41" name="Content Placeholder 2"/>
          <p:cNvSpPr>
            <a:spLocks noGrp="1"/>
          </p:cNvSpPr>
          <p:nvPr>
            <p:ph sz="quarter" idx="1"/>
          </p:nvPr>
        </p:nvSpPr>
        <p:spPr>
          <a:xfrm>
            <a:off x="457200" y="1600201"/>
            <a:ext cx="8229600" cy="2209799"/>
          </a:xfrm>
        </p:spPr>
        <p:txBody>
          <a:bodyPr>
            <a:normAutofit fontScale="92500"/>
          </a:bodyPr>
          <a:lstStyle/>
          <a:p>
            <a:r>
              <a:rPr lang="en-US" sz="2800" b="1" dirty="0">
                <a:solidFill>
                  <a:srgbClr val="FF0000"/>
                </a:solidFill>
              </a:rPr>
              <a:t>Polymerization</a:t>
            </a:r>
            <a:r>
              <a:rPr lang="en-US" sz="2800" dirty="0">
                <a:solidFill>
                  <a:srgbClr val="FF0000"/>
                </a:solidFill>
              </a:rPr>
              <a:t> </a:t>
            </a:r>
            <a:r>
              <a:rPr lang="en-US" sz="2800" dirty="0"/>
              <a:t>is the linking together of monomers to form polymers. </a:t>
            </a:r>
          </a:p>
          <a:p>
            <a:r>
              <a:rPr lang="en-US" sz="2800" dirty="0"/>
              <a:t>A </a:t>
            </a:r>
            <a:r>
              <a:rPr lang="en-US" sz="2800" b="1" dirty="0">
                <a:solidFill>
                  <a:srgbClr val="FF0000"/>
                </a:solidFill>
              </a:rPr>
              <a:t>condensation</a:t>
            </a:r>
            <a:r>
              <a:rPr lang="en-US" sz="2800" dirty="0"/>
              <a:t> reaction occurs via the loss of a small molecule, usually from two different substances, resulting in the formation of a covalent bond.</a:t>
            </a:r>
          </a:p>
        </p:txBody>
      </p:sp>
      <p:pic>
        <p:nvPicPr>
          <p:cNvPr id="42" name="Object 1"/>
          <p:cNvPicPr/>
          <p:nvPr/>
        </p:nvPicPr>
        <p:blipFill>
          <a:blip r:embed="rId2" cstate="print"/>
          <a:srcRect l="-1703" r="-1802" b="-331"/>
          <a:stretch>
            <a:fillRect/>
          </a:stretch>
        </p:blipFill>
        <p:spPr bwMode="auto">
          <a:xfrm>
            <a:off x="838200" y="4038600"/>
            <a:ext cx="6705600" cy="2514600"/>
          </a:xfrm>
          <a:prstGeom prst="rect">
            <a:avLst/>
          </a:prstGeom>
          <a:noFill/>
          <a:ln w="12700">
            <a:solidFill>
              <a:srgbClr val="000000"/>
            </a:solidFill>
            <a:miter lim="800000"/>
            <a:headEnd/>
            <a:tailEnd/>
          </a:ln>
        </p:spPr>
      </p:pic>
      <p:sp>
        <p:nvSpPr>
          <p:cNvPr id="43" name="TextBox 42"/>
          <p:cNvSpPr txBox="1"/>
          <p:nvPr/>
        </p:nvSpPr>
        <p:spPr>
          <a:xfrm>
            <a:off x="7646989" y="5068669"/>
            <a:ext cx="1268411" cy="923330"/>
          </a:xfrm>
          <a:prstGeom prst="rect">
            <a:avLst/>
          </a:prstGeom>
          <a:noFill/>
        </p:spPr>
        <p:txBody>
          <a:bodyPr wrap="square" rtlCol="0">
            <a:spAutoFit/>
          </a:bodyPr>
          <a:lstStyle/>
          <a:p>
            <a:r>
              <a:rPr lang="en-US" b="1" dirty="0"/>
              <a:t>Need the </a:t>
            </a:r>
          </a:p>
          <a:p>
            <a:r>
              <a:rPr lang="en-US" b="1" dirty="0"/>
              <a:t>Input of </a:t>
            </a:r>
          </a:p>
          <a:p>
            <a:r>
              <a:rPr lang="en-US" b="1" dirty="0"/>
              <a:t>energy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A824259-EC09-4C9F-9F84-F0AFA6108387}" type="slidenum">
              <a:rPr lang="en-US" smtClean="0"/>
              <a:pPr/>
              <a:t>7</a:t>
            </a:fld>
            <a:endParaRPr lang="en-US"/>
          </a:p>
        </p:txBody>
      </p:sp>
      <p:sp>
        <p:nvSpPr>
          <p:cNvPr id="5" name="Title 1"/>
          <p:cNvSpPr>
            <a:spLocks noGrp="1"/>
          </p:cNvSpPr>
          <p:nvPr>
            <p:ph type="title"/>
          </p:nvPr>
        </p:nvSpPr>
        <p:spPr>
          <a:xfrm>
            <a:off x="457200" y="76200"/>
            <a:ext cx="8229600" cy="1143000"/>
          </a:xfrm>
        </p:spPr>
        <p:txBody>
          <a:bodyPr/>
          <a:lstStyle/>
          <a:p>
            <a:r>
              <a:rPr lang="en-US" b="1" dirty="0"/>
              <a:t>Terminologies/Definitions</a:t>
            </a:r>
          </a:p>
        </p:txBody>
      </p:sp>
      <p:sp>
        <p:nvSpPr>
          <p:cNvPr id="8" name="Content Placeholder 2"/>
          <p:cNvSpPr>
            <a:spLocks noGrp="1"/>
          </p:cNvSpPr>
          <p:nvPr>
            <p:ph sz="quarter" idx="1"/>
          </p:nvPr>
        </p:nvSpPr>
        <p:spPr>
          <a:xfrm>
            <a:off x="457200" y="1447800"/>
            <a:ext cx="8305800" cy="2286000"/>
          </a:xfrm>
        </p:spPr>
        <p:txBody>
          <a:bodyPr>
            <a:noAutofit/>
          </a:bodyPr>
          <a:lstStyle/>
          <a:p>
            <a:pPr>
              <a:lnSpc>
                <a:spcPct val="120000"/>
              </a:lnSpc>
            </a:pPr>
            <a:r>
              <a:rPr lang="en-US" sz="2000" b="1" dirty="0">
                <a:solidFill>
                  <a:srgbClr val="FF0000"/>
                </a:solidFill>
              </a:rPr>
              <a:t>Hydrolysis</a:t>
            </a:r>
            <a:r>
              <a:rPr lang="en-US" sz="2000" dirty="0">
                <a:solidFill>
                  <a:srgbClr val="FF0000"/>
                </a:solidFill>
              </a:rPr>
              <a:t>,</a:t>
            </a:r>
            <a:r>
              <a:rPr lang="en-US" sz="2000" dirty="0"/>
              <a:t> which is the reverse of condensation, breaks apart large organic molecules into smaller ones.</a:t>
            </a:r>
          </a:p>
          <a:p>
            <a:pPr>
              <a:lnSpc>
                <a:spcPct val="120000"/>
              </a:lnSpc>
            </a:pPr>
            <a:r>
              <a:rPr lang="en-US" sz="2000" dirty="0"/>
              <a:t>By breaking the bonds between monomers, Hydrolysis </a:t>
            </a:r>
            <a:r>
              <a:rPr lang="en-US" sz="2000" b="1" dirty="0">
                <a:solidFill>
                  <a:srgbClr val="002060"/>
                </a:solidFill>
              </a:rPr>
              <a:t>liberates the energy </a:t>
            </a:r>
            <a:r>
              <a:rPr lang="en-US" sz="2000" dirty="0"/>
              <a:t>that polymers contained during condensation; thus, some of the energy required to polymerize is returned upon hydrolysis.</a:t>
            </a:r>
          </a:p>
        </p:txBody>
      </p:sp>
      <p:pic>
        <p:nvPicPr>
          <p:cNvPr id="9" name="Object 2"/>
          <p:cNvPicPr/>
          <p:nvPr/>
        </p:nvPicPr>
        <p:blipFill>
          <a:blip r:embed="rId2" cstate="print"/>
          <a:srcRect l="-1587" t="-1039" r="-1587" b="-2274"/>
          <a:stretch>
            <a:fillRect/>
          </a:stretch>
        </p:blipFill>
        <p:spPr bwMode="auto">
          <a:xfrm>
            <a:off x="1371600" y="3505200"/>
            <a:ext cx="6172200" cy="2590800"/>
          </a:xfrm>
          <a:prstGeom prst="rect">
            <a:avLst/>
          </a:prstGeom>
          <a:noFill/>
          <a:ln w="12700">
            <a:solidFill>
              <a:srgbClr val="000000"/>
            </a:solidFill>
            <a:miter lim="800000"/>
            <a:headEnd/>
            <a:tailEnd/>
          </a:ln>
        </p:spPr>
      </p:pic>
      <p:sp>
        <p:nvSpPr>
          <p:cNvPr id="10" name="TextBox 9"/>
          <p:cNvSpPr txBox="1"/>
          <p:nvPr/>
        </p:nvSpPr>
        <p:spPr>
          <a:xfrm>
            <a:off x="7696200" y="4267200"/>
            <a:ext cx="1451872" cy="646331"/>
          </a:xfrm>
          <a:prstGeom prst="rect">
            <a:avLst/>
          </a:prstGeom>
          <a:noFill/>
        </p:spPr>
        <p:txBody>
          <a:bodyPr wrap="none" rtlCol="0">
            <a:spAutoFit/>
          </a:bodyPr>
          <a:lstStyle/>
          <a:p>
            <a:r>
              <a:rPr lang="en-US" b="1" dirty="0"/>
              <a:t>Liberation of </a:t>
            </a:r>
          </a:p>
          <a:p>
            <a:r>
              <a:rPr lang="en-US" b="1" dirty="0"/>
              <a:t>energy </a:t>
            </a:r>
          </a:p>
        </p:txBody>
      </p:sp>
      <p:sp>
        <p:nvSpPr>
          <p:cNvPr id="11" name="Rectangle 10"/>
          <p:cNvSpPr/>
          <p:nvPr/>
        </p:nvSpPr>
        <p:spPr>
          <a:xfrm>
            <a:off x="1066800" y="6248400"/>
            <a:ext cx="7414594" cy="369332"/>
          </a:xfrm>
          <a:prstGeom prst="rect">
            <a:avLst/>
          </a:prstGeom>
        </p:spPr>
        <p:txBody>
          <a:bodyPr wrap="none">
            <a:spAutoFit/>
          </a:bodyPr>
          <a:lstStyle/>
          <a:p>
            <a:r>
              <a:rPr lang="en-US" b="1" dirty="0">
                <a:solidFill>
                  <a:srgbClr val="002060"/>
                </a:solidFill>
              </a:rPr>
              <a:t>Try to link up with the context of Metabolism that we’ve learned earlier…!!!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A824259-EC09-4C9F-9F84-F0AFA6108387}" type="slidenum">
              <a:rPr lang="en-US" smtClean="0"/>
              <a:pPr/>
              <a:t>8</a:t>
            </a:fld>
            <a:endParaRPr lang="en-US"/>
          </a:p>
        </p:txBody>
      </p:sp>
      <p:sp>
        <p:nvSpPr>
          <p:cNvPr id="5" name="Title 1"/>
          <p:cNvSpPr>
            <a:spLocks noGrp="1"/>
          </p:cNvSpPr>
          <p:nvPr>
            <p:ph type="title"/>
          </p:nvPr>
        </p:nvSpPr>
        <p:spPr>
          <a:xfrm>
            <a:off x="457200" y="76200"/>
            <a:ext cx="8229600" cy="1143000"/>
          </a:xfrm>
        </p:spPr>
        <p:txBody>
          <a:bodyPr/>
          <a:lstStyle/>
          <a:p>
            <a:r>
              <a:rPr lang="en-US" b="1" dirty="0"/>
              <a:t>Terminologies/Definitions</a:t>
            </a:r>
          </a:p>
        </p:txBody>
      </p:sp>
      <p:graphicFrame>
        <p:nvGraphicFramePr>
          <p:cNvPr id="14" name="Diagram 13"/>
          <p:cNvGraphicFramePr/>
          <p:nvPr/>
        </p:nvGraphicFramePr>
        <p:xfrm>
          <a:off x="304800" y="1295400"/>
          <a:ext cx="8229600" cy="1447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5" name=" 3"/>
          <p:cNvSpPr/>
          <p:nvPr/>
        </p:nvSpPr>
        <p:spPr>
          <a:xfrm>
            <a:off x="1905000" y="2743200"/>
            <a:ext cx="5764415" cy="1447800"/>
          </a:xfrm>
          <a:prstGeom prst="leftRightRibbon">
            <a:avLst/>
          </a:prstGeom>
        </p:spPr>
        <p:style>
          <a:lnRef idx="1">
            <a:schemeClr val="accent6"/>
          </a:lnRef>
          <a:fillRef idx="2">
            <a:schemeClr val="accent6"/>
          </a:fillRef>
          <a:effectRef idx="1">
            <a:schemeClr val="accent6"/>
          </a:effectRef>
          <a:fontRef idx="minor">
            <a:schemeClr val="dk1"/>
          </a:fontRef>
        </p:style>
      </p:sp>
      <p:grpSp>
        <p:nvGrpSpPr>
          <p:cNvPr id="16" name="Group 15"/>
          <p:cNvGrpSpPr/>
          <p:nvPr/>
        </p:nvGrpSpPr>
        <p:grpSpPr>
          <a:xfrm>
            <a:off x="2819400" y="3048000"/>
            <a:ext cx="1194435" cy="709422"/>
            <a:chOff x="2514597" y="228599"/>
            <a:chExt cx="1194435" cy="709422"/>
          </a:xfrm>
        </p:grpSpPr>
        <p:sp>
          <p:nvSpPr>
            <p:cNvPr id="17" name="Rectangle 16"/>
            <p:cNvSpPr/>
            <p:nvPr/>
          </p:nvSpPr>
          <p:spPr>
            <a:xfrm>
              <a:off x="2514597" y="228599"/>
              <a:ext cx="1194435" cy="709422"/>
            </a:xfrm>
            <a:prstGeom prst="rect">
              <a:avLst/>
            </a:prstGeom>
            <a:noFill/>
            <a:ln>
              <a:noFill/>
            </a:ln>
            <a:sp3d/>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8" name="Rectangle 17"/>
            <p:cNvSpPr/>
            <p:nvPr/>
          </p:nvSpPr>
          <p:spPr>
            <a:xfrm>
              <a:off x="2514597" y="228599"/>
              <a:ext cx="1194435" cy="709422"/>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53340" rIns="0" bIns="57150" numCol="1" spcCol="1270" anchor="ctr" anchorCtr="0">
              <a:noAutofit/>
            </a:bodyPr>
            <a:lstStyle/>
            <a:p>
              <a:pPr lvl="0" algn="ctr" defTabSz="666750">
                <a:lnSpc>
                  <a:spcPct val="90000"/>
                </a:lnSpc>
                <a:spcBef>
                  <a:spcPct val="0"/>
                </a:spcBef>
                <a:spcAft>
                  <a:spcPct val="35000"/>
                </a:spcAft>
              </a:pPr>
              <a:r>
                <a:rPr lang="en-US" sz="1500" b="1" kern="1200" dirty="0">
                  <a:solidFill>
                    <a:schemeClr val="tx1"/>
                  </a:solidFill>
                </a:rPr>
                <a:t>Proteins</a:t>
              </a:r>
            </a:p>
          </p:txBody>
        </p:sp>
      </p:grpSp>
      <p:grpSp>
        <p:nvGrpSpPr>
          <p:cNvPr id="19" name="Group 18"/>
          <p:cNvGrpSpPr/>
          <p:nvPr/>
        </p:nvGrpSpPr>
        <p:grpSpPr>
          <a:xfrm>
            <a:off x="3866198" y="3074289"/>
            <a:ext cx="2422207" cy="911733"/>
            <a:chOff x="4648203" y="533402"/>
            <a:chExt cx="2422207" cy="911733"/>
          </a:xfrm>
        </p:grpSpPr>
        <p:sp>
          <p:nvSpPr>
            <p:cNvPr id="20" name="Rectangle 19"/>
            <p:cNvSpPr/>
            <p:nvPr/>
          </p:nvSpPr>
          <p:spPr>
            <a:xfrm>
              <a:off x="4648203" y="533402"/>
              <a:ext cx="1411605" cy="709422"/>
            </a:xfrm>
            <a:prstGeom prst="rect">
              <a:avLst/>
            </a:prstGeom>
            <a:noFill/>
            <a:ln>
              <a:noFill/>
            </a:ln>
            <a:sp3d/>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21" name="Rectangle 20"/>
            <p:cNvSpPr/>
            <p:nvPr/>
          </p:nvSpPr>
          <p:spPr>
            <a:xfrm>
              <a:off x="5658805" y="735713"/>
              <a:ext cx="1411605" cy="709422"/>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53340" rIns="0" bIns="57150" numCol="1" spcCol="1270" anchor="ctr" anchorCtr="0">
              <a:noAutofit/>
            </a:bodyPr>
            <a:lstStyle/>
            <a:p>
              <a:pPr lvl="0" algn="ctr" defTabSz="666750">
                <a:lnSpc>
                  <a:spcPct val="90000"/>
                </a:lnSpc>
                <a:spcBef>
                  <a:spcPct val="0"/>
                </a:spcBef>
                <a:spcAft>
                  <a:spcPct val="35000"/>
                </a:spcAft>
              </a:pPr>
              <a:r>
                <a:rPr lang="en-US" sz="1500" b="1" dirty="0">
                  <a:solidFill>
                    <a:schemeClr val="tx1"/>
                  </a:solidFill>
                </a:rPr>
                <a:t>Amino acids</a:t>
              </a:r>
              <a:endParaRPr lang="en-US" sz="1500" b="1" kern="1200" dirty="0">
                <a:solidFill>
                  <a:schemeClr val="tx1"/>
                </a:solidFill>
              </a:endParaRPr>
            </a:p>
          </p:txBody>
        </p:sp>
      </p:grpSp>
      <p:sp>
        <p:nvSpPr>
          <p:cNvPr id="22" name=" 3"/>
          <p:cNvSpPr/>
          <p:nvPr/>
        </p:nvSpPr>
        <p:spPr>
          <a:xfrm>
            <a:off x="1981200" y="4038600"/>
            <a:ext cx="5764415" cy="1447800"/>
          </a:xfrm>
          <a:prstGeom prst="leftRightRibbon">
            <a:avLst/>
          </a:prstGeom>
        </p:spPr>
        <p:style>
          <a:lnRef idx="1">
            <a:schemeClr val="accent3"/>
          </a:lnRef>
          <a:fillRef idx="2">
            <a:schemeClr val="accent3"/>
          </a:fillRef>
          <a:effectRef idx="1">
            <a:schemeClr val="accent3"/>
          </a:effectRef>
          <a:fontRef idx="minor">
            <a:schemeClr val="dk1"/>
          </a:fontRef>
        </p:style>
      </p:sp>
      <p:sp>
        <p:nvSpPr>
          <p:cNvPr id="23" name="Rectangle 22"/>
          <p:cNvSpPr/>
          <p:nvPr/>
        </p:nvSpPr>
        <p:spPr>
          <a:xfrm>
            <a:off x="3377565" y="4343400"/>
            <a:ext cx="1194435" cy="709422"/>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53340" rIns="0" bIns="57150" numCol="1" spcCol="1270" anchor="ctr" anchorCtr="0">
            <a:noAutofit/>
          </a:bodyPr>
          <a:lstStyle/>
          <a:p>
            <a:pPr lvl="0" algn="ctr" defTabSz="666750">
              <a:lnSpc>
                <a:spcPct val="90000"/>
              </a:lnSpc>
              <a:spcBef>
                <a:spcPct val="0"/>
              </a:spcBef>
              <a:spcAft>
                <a:spcPct val="35000"/>
              </a:spcAft>
            </a:pPr>
            <a:r>
              <a:rPr lang="en-US" sz="1500" b="1" kern="1200" dirty="0">
                <a:solidFill>
                  <a:schemeClr val="tx1"/>
                </a:solidFill>
              </a:rPr>
              <a:t>Lipids</a:t>
            </a:r>
          </a:p>
        </p:txBody>
      </p:sp>
      <p:sp>
        <p:nvSpPr>
          <p:cNvPr id="27" name="Rectangle 26"/>
          <p:cNvSpPr/>
          <p:nvPr/>
        </p:nvSpPr>
        <p:spPr>
          <a:xfrm>
            <a:off x="5029200" y="4572000"/>
            <a:ext cx="1981200" cy="709422"/>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53340" rIns="0" bIns="57150" numCol="1" spcCol="1270" anchor="ctr" anchorCtr="0">
            <a:noAutofit/>
          </a:bodyPr>
          <a:lstStyle/>
          <a:p>
            <a:pPr lvl="0" algn="ctr" defTabSz="666750">
              <a:lnSpc>
                <a:spcPct val="90000"/>
              </a:lnSpc>
              <a:spcBef>
                <a:spcPct val="0"/>
              </a:spcBef>
              <a:spcAft>
                <a:spcPct val="35000"/>
              </a:spcAft>
            </a:pPr>
            <a:r>
              <a:rPr lang="en-US" sz="1500" b="1" kern="1200" dirty="0">
                <a:solidFill>
                  <a:schemeClr val="tx1"/>
                </a:solidFill>
              </a:rPr>
              <a:t>Fatty acid and  glycerol</a:t>
            </a:r>
          </a:p>
        </p:txBody>
      </p:sp>
      <p:sp>
        <p:nvSpPr>
          <p:cNvPr id="28" name=" 3"/>
          <p:cNvSpPr/>
          <p:nvPr/>
        </p:nvSpPr>
        <p:spPr>
          <a:xfrm>
            <a:off x="1981200" y="5334000"/>
            <a:ext cx="5764415" cy="1447800"/>
          </a:xfrm>
          <a:prstGeom prst="leftRightRibbon">
            <a:avLst/>
          </a:prstGeom>
        </p:spPr>
        <p:style>
          <a:lnRef idx="1">
            <a:schemeClr val="dk1"/>
          </a:lnRef>
          <a:fillRef idx="2">
            <a:schemeClr val="dk1"/>
          </a:fillRef>
          <a:effectRef idx="1">
            <a:schemeClr val="dk1"/>
          </a:effectRef>
          <a:fontRef idx="minor">
            <a:schemeClr val="dk1"/>
          </a:fontRef>
        </p:style>
      </p:sp>
      <p:sp>
        <p:nvSpPr>
          <p:cNvPr id="29" name="Rectangle 28"/>
          <p:cNvSpPr/>
          <p:nvPr/>
        </p:nvSpPr>
        <p:spPr>
          <a:xfrm>
            <a:off x="2895600" y="5538978"/>
            <a:ext cx="1194435" cy="709422"/>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53340" rIns="0" bIns="57150" numCol="1" spcCol="1270" anchor="ctr" anchorCtr="0">
            <a:noAutofit/>
          </a:bodyPr>
          <a:lstStyle/>
          <a:p>
            <a:pPr lvl="0" algn="l" defTabSz="666750">
              <a:lnSpc>
                <a:spcPct val="90000"/>
              </a:lnSpc>
              <a:spcBef>
                <a:spcPct val="0"/>
              </a:spcBef>
              <a:spcAft>
                <a:spcPct val="35000"/>
              </a:spcAft>
            </a:pPr>
            <a:r>
              <a:rPr lang="en-US" sz="1500" b="1" dirty="0">
                <a:solidFill>
                  <a:schemeClr val="tx1"/>
                </a:solidFill>
              </a:rPr>
              <a:t>Nucleic Acids</a:t>
            </a:r>
            <a:endParaRPr lang="en-US" sz="1500" b="1" kern="1200" dirty="0">
              <a:solidFill>
                <a:schemeClr val="tx1"/>
              </a:solidFill>
            </a:endParaRPr>
          </a:p>
        </p:txBody>
      </p:sp>
      <p:sp>
        <p:nvSpPr>
          <p:cNvPr id="30" name="Rectangle 29"/>
          <p:cNvSpPr/>
          <p:nvPr/>
        </p:nvSpPr>
        <p:spPr>
          <a:xfrm>
            <a:off x="4749165" y="5843778"/>
            <a:ext cx="2566035" cy="709422"/>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0" tIns="53340" rIns="0" bIns="57150" numCol="1" spcCol="1270" anchor="ctr" anchorCtr="0">
            <a:noAutofit/>
          </a:bodyPr>
          <a:lstStyle/>
          <a:p>
            <a:pPr lvl="0" algn="ctr" defTabSz="666750">
              <a:lnSpc>
                <a:spcPct val="90000"/>
              </a:lnSpc>
              <a:spcBef>
                <a:spcPct val="0"/>
              </a:spcBef>
              <a:spcAft>
                <a:spcPct val="35000"/>
              </a:spcAft>
            </a:pPr>
            <a:r>
              <a:rPr lang="en-US" sz="1500" b="1">
                <a:solidFill>
                  <a:schemeClr val="tx1"/>
                </a:solidFill>
              </a:rPr>
              <a:t>Nucleotide</a:t>
            </a:r>
            <a:endParaRPr lang="en-US" sz="1500" b="1" kern="1200" dirty="0">
              <a:solidFill>
                <a:schemeClr val="tx1"/>
              </a:solidFill>
            </a:endParaRPr>
          </a:p>
        </p:txBody>
      </p:sp>
      <p:sp>
        <p:nvSpPr>
          <p:cNvPr id="31" name="Right Brace 30"/>
          <p:cNvSpPr/>
          <p:nvPr/>
        </p:nvSpPr>
        <p:spPr>
          <a:xfrm rot="10800000">
            <a:off x="914401" y="1828800"/>
            <a:ext cx="762000" cy="4343400"/>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32" name="Right Brace 31"/>
          <p:cNvSpPr/>
          <p:nvPr/>
        </p:nvSpPr>
        <p:spPr>
          <a:xfrm>
            <a:off x="7772400" y="1828800"/>
            <a:ext cx="762000" cy="4343400"/>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33" name="TextBox 32"/>
          <p:cNvSpPr txBox="1"/>
          <p:nvPr/>
        </p:nvSpPr>
        <p:spPr>
          <a:xfrm>
            <a:off x="421957" y="3097299"/>
            <a:ext cx="492443" cy="1855701"/>
          </a:xfrm>
          <a:prstGeom prst="rect">
            <a:avLst/>
          </a:prstGeom>
          <a:noFill/>
        </p:spPr>
        <p:txBody>
          <a:bodyPr vert="vert270" wrap="square" rtlCol="0">
            <a:spAutoFit/>
          </a:bodyPr>
          <a:lstStyle/>
          <a:p>
            <a:r>
              <a:rPr lang="en-US" sz="2000" b="1" dirty="0"/>
              <a:t>Macromolecules</a:t>
            </a:r>
          </a:p>
        </p:txBody>
      </p:sp>
      <p:sp>
        <p:nvSpPr>
          <p:cNvPr id="34" name="TextBox 33"/>
          <p:cNvSpPr txBox="1"/>
          <p:nvPr/>
        </p:nvSpPr>
        <p:spPr>
          <a:xfrm rot="10800000">
            <a:off x="8458200" y="2531552"/>
            <a:ext cx="492443" cy="2954848"/>
          </a:xfrm>
          <a:prstGeom prst="rect">
            <a:avLst/>
          </a:prstGeom>
          <a:noFill/>
        </p:spPr>
        <p:txBody>
          <a:bodyPr vert="vert270" wrap="none" rtlCol="0">
            <a:spAutoFit/>
          </a:bodyPr>
          <a:lstStyle/>
          <a:p>
            <a:r>
              <a:rPr lang="en-US" sz="2000" b="1" dirty="0"/>
              <a:t>Building Blocks/monomers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US" b="1" dirty="0"/>
              <a:t>CARBOHYDRATE</a:t>
            </a:r>
          </a:p>
        </p:txBody>
      </p:sp>
      <p:sp>
        <p:nvSpPr>
          <p:cNvPr id="3" name="Content Placeholder 2"/>
          <p:cNvSpPr>
            <a:spLocks noGrp="1"/>
          </p:cNvSpPr>
          <p:nvPr>
            <p:ph idx="1"/>
          </p:nvPr>
        </p:nvSpPr>
        <p:spPr>
          <a:xfrm>
            <a:off x="457200" y="1447800"/>
            <a:ext cx="8458200" cy="5029200"/>
          </a:xfrm>
        </p:spPr>
        <p:txBody>
          <a:bodyPr>
            <a:normAutofit/>
          </a:bodyPr>
          <a:lstStyle/>
          <a:p>
            <a:r>
              <a:rPr lang="en-US" dirty="0"/>
              <a:t>Common symbol: (CH</a:t>
            </a:r>
            <a:r>
              <a:rPr lang="en-US" baseline="-25000" dirty="0"/>
              <a:t>2</a:t>
            </a:r>
            <a:r>
              <a:rPr lang="en-US" dirty="0"/>
              <a:t>O)</a:t>
            </a:r>
            <a:r>
              <a:rPr lang="en-US" baseline="-25000" dirty="0"/>
              <a:t>n</a:t>
            </a:r>
            <a:endParaRPr lang="en-US" dirty="0"/>
          </a:p>
          <a:p>
            <a:r>
              <a:rPr lang="en-US" dirty="0"/>
              <a:t>Most common is Glucose.</a:t>
            </a:r>
          </a:p>
          <a:p>
            <a:r>
              <a:rPr lang="en-US" dirty="0"/>
              <a:t>In glucose, Carbon, Hydrogen and Oxygen makes a molecule of glucose in 1:2:1 ratio.</a:t>
            </a:r>
          </a:p>
          <a:p>
            <a:r>
              <a:rPr lang="en-US" dirty="0"/>
              <a:t>Chemical formula: C</a:t>
            </a:r>
            <a:r>
              <a:rPr lang="en-US" baseline="-25000" dirty="0"/>
              <a:t>6</a:t>
            </a:r>
            <a:r>
              <a:rPr lang="en-US" dirty="0"/>
              <a:t>H</a:t>
            </a:r>
            <a:r>
              <a:rPr lang="en-US" baseline="-25000" dirty="0"/>
              <a:t>12</a:t>
            </a:r>
            <a:r>
              <a:rPr lang="en-US" dirty="0"/>
              <a:t>O</a:t>
            </a:r>
            <a:r>
              <a:rPr lang="en-US" baseline="-25000" dirty="0"/>
              <a:t>6</a:t>
            </a:r>
            <a:r>
              <a:rPr lang="en-US" dirty="0"/>
              <a:t>. or (CH</a:t>
            </a:r>
            <a:r>
              <a:rPr lang="en-US" baseline="-25000" dirty="0"/>
              <a:t>2</a:t>
            </a:r>
            <a:r>
              <a:rPr lang="en-US" dirty="0"/>
              <a:t>O)</a:t>
            </a:r>
            <a:r>
              <a:rPr lang="en-US" baseline="-25000" dirty="0"/>
              <a:t>6</a:t>
            </a:r>
          </a:p>
          <a:p>
            <a:r>
              <a:rPr lang="en-US" dirty="0"/>
              <a:t>Structural materials, storing and transporting energy </a:t>
            </a:r>
          </a:p>
          <a:p>
            <a:r>
              <a:rPr lang="en-US" dirty="0"/>
              <a:t>Three types: </a:t>
            </a:r>
            <a:r>
              <a:rPr lang="en-US" dirty="0" err="1"/>
              <a:t>monosaccharides</a:t>
            </a:r>
            <a:r>
              <a:rPr lang="en-US" dirty="0"/>
              <a:t>, oligosaccharides, and polysaccharides.</a:t>
            </a:r>
          </a:p>
        </p:txBody>
      </p:sp>
      <p:sp>
        <p:nvSpPr>
          <p:cNvPr id="4" name="Slide Number Placeholder 3"/>
          <p:cNvSpPr>
            <a:spLocks noGrp="1"/>
          </p:cNvSpPr>
          <p:nvPr>
            <p:ph type="sldNum" sz="quarter" idx="12"/>
          </p:nvPr>
        </p:nvSpPr>
        <p:spPr/>
        <p:txBody>
          <a:bodyPr/>
          <a:lstStyle/>
          <a:p>
            <a:fld id="{4A824259-EC09-4C9F-9F84-F0AFA6108387}"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A824259-EC09-4C9F-9F84-F0AFA6108387}" type="slidenum">
              <a:rPr lang="en-US" smtClean="0"/>
              <a:pPr/>
              <a:t>10</a:t>
            </a:fld>
            <a:endParaRPr lang="en-US"/>
          </a:p>
        </p:txBody>
      </p:sp>
      <p:sp>
        <p:nvSpPr>
          <p:cNvPr id="5" name="Content Placeholder 2"/>
          <p:cNvSpPr>
            <a:spLocks noGrp="1"/>
          </p:cNvSpPr>
          <p:nvPr>
            <p:ph sz="quarter" idx="1"/>
          </p:nvPr>
        </p:nvSpPr>
        <p:spPr>
          <a:xfrm>
            <a:off x="457200" y="1600200"/>
            <a:ext cx="8229600" cy="4873752"/>
          </a:xfrm>
        </p:spPr>
        <p:txBody>
          <a:bodyPr>
            <a:normAutofit/>
          </a:bodyPr>
          <a:lstStyle/>
          <a:p>
            <a:r>
              <a:rPr lang="en-US" sz="2400" dirty="0"/>
              <a:t>Two monosaccharide's will make disaccharide.</a:t>
            </a:r>
          </a:p>
        </p:txBody>
      </p:sp>
      <p:sp>
        <p:nvSpPr>
          <p:cNvPr id="6" name="Title 1"/>
          <p:cNvSpPr>
            <a:spLocks noGrp="1"/>
          </p:cNvSpPr>
          <p:nvPr>
            <p:ph type="title"/>
          </p:nvPr>
        </p:nvSpPr>
        <p:spPr>
          <a:xfrm>
            <a:off x="457200" y="152400"/>
            <a:ext cx="8229600" cy="1143000"/>
          </a:xfrm>
        </p:spPr>
        <p:txBody>
          <a:bodyPr/>
          <a:lstStyle/>
          <a:p>
            <a:r>
              <a:rPr lang="en-US" b="1" dirty="0"/>
              <a:t>CARBOHYDRATE</a:t>
            </a:r>
          </a:p>
        </p:txBody>
      </p:sp>
      <p:pic>
        <p:nvPicPr>
          <p:cNvPr id="7" name="Picture 6"/>
          <p:cNvPicPr/>
          <p:nvPr/>
        </p:nvPicPr>
        <p:blipFill>
          <a:blip r:embed="rId2" cstate="print"/>
          <a:srcRect/>
          <a:stretch>
            <a:fillRect/>
          </a:stretch>
        </p:blipFill>
        <p:spPr bwMode="auto">
          <a:xfrm>
            <a:off x="609600" y="2286000"/>
            <a:ext cx="2514600" cy="1219200"/>
          </a:xfrm>
          <a:prstGeom prst="rect">
            <a:avLst/>
          </a:prstGeom>
          <a:noFill/>
          <a:ln w="12700">
            <a:noFill/>
            <a:miter lim="800000"/>
            <a:headEnd/>
            <a:tailEnd/>
          </a:ln>
        </p:spPr>
      </p:pic>
      <p:pic>
        <p:nvPicPr>
          <p:cNvPr id="8" name="Picture 7"/>
          <p:cNvPicPr/>
          <p:nvPr/>
        </p:nvPicPr>
        <p:blipFill>
          <a:blip r:embed="rId3" cstate="print"/>
          <a:srcRect/>
          <a:stretch>
            <a:fillRect/>
          </a:stretch>
        </p:blipFill>
        <p:spPr bwMode="auto">
          <a:xfrm>
            <a:off x="1066800" y="5029200"/>
            <a:ext cx="6011331" cy="1435075"/>
          </a:xfrm>
          <a:prstGeom prst="rect">
            <a:avLst/>
          </a:prstGeom>
          <a:noFill/>
          <a:ln w="12700">
            <a:noFill/>
            <a:miter lim="800000"/>
            <a:headEnd/>
            <a:tailEnd/>
          </a:ln>
        </p:spPr>
      </p:pic>
      <p:sp>
        <p:nvSpPr>
          <p:cNvPr id="9" name="Rectangle 1"/>
          <p:cNvSpPr>
            <a:spLocks noChangeArrowheads="1"/>
          </p:cNvSpPr>
          <p:nvPr/>
        </p:nvSpPr>
        <p:spPr bwMode="auto">
          <a:xfrm>
            <a:off x="3352800" y="2362200"/>
            <a:ext cx="5791200"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a:ln>
                  <a:noFill/>
                </a:ln>
                <a:solidFill>
                  <a:srgbClr val="FF0000"/>
                </a:solidFill>
                <a:effectLst/>
                <a:latin typeface="+mj-lt"/>
                <a:ea typeface="Calibri" pitchFamily="34" charset="0"/>
                <a:cs typeface="CelesteOT"/>
              </a:rPr>
              <a:t>Examples:</a:t>
            </a:r>
          </a:p>
          <a:p>
            <a:pPr marL="0" marR="0" lvl="0" indent="0"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dirty="0">
                <a:ln>
                  <a:noFill/>
                </a:ln>
                <a:effectLst/>
                <a:latin typeface="+mj-lt"/>
                <a:ea typeface="Calibri" pitchFamily="34" charset="0"/>
                <a:cs typeface="CelesteOT"/>
              </a:rPr>
              <a:t>Sucrose (</a:t>
            </a:r>
            <a:r>
              <a:rPr kumimoji="0" lang="en-US" b="1" i="0" u="none" strike="noStrike" cap="none" normalizeH="0" baseline="0" dirty="0" err="1">
                <a:ln>
                  <a:noFill/>
                </a:ln>
                <a:effectLst/>
                <a:latin typeface="+mj-lt"/>
                <a:ea typeface="Calibri" pitchFamily="34" charset="0"/>
                <a:cs typeface="CelesteOT"/>
              </a:rPr>
              <a:t>glucose+fructose</a:t>
            </a:r>
            <a:r>
              <a:rPr kumimoji="0" lang="en-US" b="1" i="0" u="none" strike="noStrike" cap="none" normalizeH="0" baseline="0" dirty="0">
                <a:ln>
                  <a:noFill/>
                </a:ln>
                <a:effectLst/>
                <a:latin typeface="+mj-lt"/>
                <a:ea typeface="Calibri" pitchFamily="34" charset="0"/>
                <a:cs typeface="CelesteOT"/>
              </a:rPr>
              <a:t>) 	(Table Sugar)</a:t>
            </a:r>
            <a:endParaRPr kumimoji="0" lang="en-US" b="1" i="0" u="none" strike="noStrike" cap="none" normalizeH="0" baseline="0" dirty="0">
              <a:ln>
                <a:noFill/>
              </a:ln>
              <a:effectLst/>
              <a:latin typeface="+mj-lt"/>
              <a:cs typeface="Arial"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a:ln>
                  <a:noFill/>
                </a:ln>
                <a:effectLst/>
                <a:latin typeface="+mj-lt"/>
                <a:ea typeface="Calibri" pitchFamily="34" charset="0"/>
                <a:cs typeface="CelesteOT"/>
              </a:rPr>
              <a:t>Lactose (</a:t>
            </a:r>
            <a:r>
              <a:rPr kumimoji="0" lang="en-US" b="1" i="0" u="none" strike="noStrike" cap="none" normalizeH="0" baseline="0" dirty="0" err="1">
                <a:ln>
                  <a:noFill/>
                </a:ln>
                <a:effectLst/>
                <a:latin typeface="+mj-lt"/>
                <a:ea typeface="Calibri" pitchFamily="34" charset="0"/>
                <a:cs typeface="CelesteOT"/>
              </a:rPr>
              <a:t>glucose+galactose</a:t>
            </a:r>
            <a:r>
              <a:rPr kumimoji="0" lang="en-US" b="1" i="0" u="none" strike="noStrike" cap="none" normalizeH="0" baseline="0" dirty="0">
                <a:ln>
                  <a:noFill/>
                </a:ln>
                <a:effectLst/>
                <a:latin typeface="+mj-lt"/>
                <a:ea typeface="Calibri" pitchFamily="34" charset="0"/>
                <a:cs typeface="CelesteOT"/>
              </a:rPr>
              <a:t>) 	(Milk Sugar)   </a:t>
            </a:r>
          </a:p>
          <a:p>
            <a:pPr lvl="0" eaLnBrk="0" fontAlgn="base" hangingPunct="0">
              <a:spcBef>
                <a:spcPct val="0"/>
              </a:spcBef>
              <a:spcAft>
                <a:spcPct val="0"/>
              </a:spcAft>
            </a:pPr>
            <a:r>
              <a:rPr kumimoji="0" lang="en-US" b="1" i="0" u="none" strike="noStrike" cap="none" normalizeH="0" baseline="0" dirty="0">
                <a:ln>
                  <a:noFill/>
                </a:ln>
                <a:effectLst/>
                <a:latin typeface="+mj-lt"/>
                <a:ea typeface="Calibri" pitchFamily="34" charset="0"/>
                <a:cs typeface="CelesteOT"/>
              </a:rPr>
              <a:t>Maltose (</a:t>
            </a:r>
            <a:r>
              <a:rPr kumimoji="0" lang="en-US" b="1" i="0" u="none" strike="noStrike" cap="none" normalizeH="0" baseline="0" dirty="0" err="1">
                <a:ln>
                  <a:noFill/>
                </a:ln>
                <a:effectLst/>
                <a:latin typeface="+mj-lt"/>
                <a:ea typeface="Calibri" pitchFamily="34" charset="0"/>
                <a:cs typeface="CelesteOT"/>
              </a:rPr>
              <a:t>glucose+glucose</a:t>
            </a:r>
            <a:r>
              <a:rPr kumimoji="0" lang="en-US" b="1" i="0" u="none" strike="noStrike" cap="none" normalizeH="0" baseline="0" dirty="0">
                <a:ln>
                  <a:noFill/>
                </a:ln>
                <a:effectLst/>
                <a:latin typeface="+mj-lt"/>
                <a:ea typeface="Calibri" pitchFamily="34" charset="0"/>
                <a:cs typeface="CelesteOT"/>
              </a:rPr>
              <a:t>)	 (Barley/</a:t>
            </a:r>
            <a:r>
              <a:rPr lang="en-GB" b="1" dirty="0">
                <a:latin typeface="+mj-lt"/>
              </a:rPr>
              <a:t>germinating seeds</a:t>
            </a:r>
            <a:r>
              <a:rPr kumimoji="0" lang="en-US" b="1" i="0" u="none" strike="noStrike" cap="none" normalizeH="0" baseline="0" dirty="0">
                <a:ln>
                  <a:noFill/>
                </a:ln>
                <a:effectLst/>
                <a:latin typeface="+mj-lt"/>
                <a:ea typeface="Calibri" pitchFamily="34" charset="0"/>
                <a:cs typeface="CelesteOT"/>
              </a:rPr>
              <a:t>)</a:t>
            </a:r>
            <a:endParaRPr kumimoji="0" lang="en-US" b="1" i="0" u="none" strike="noStrike" cap="none" normalizeH="0" baseline="0" dirty="0">
              <a:ln>
                <a:noFill/>
              </a:ln>
              <a:effectLst/>
              <a:latin typeface="+mj-lt"/>
              <a:cs typeface="Arial" pitchFamily="34" charset="0"/>
            </a:endParaRPr>
          </a:p>
        </p:txBody>
      </p:sp>
      <p:sp>
        <p:nvSpPr>
          <p:cNvPr id="10" name="Rectangle 9"/>
          <p:cNvSpPr/>
          <p:nvPr/>
        </p:nvSpPr>
        <p:spPr>
          <a:xfrm>
            <a:off x="393671" y="4191000"/>
            <a:ext cx="7795276" cy="523220"/>
          </a:xfrm>
          <a:prstGeom prst="rect">
            <a:avLst/>
          </a:prstGeom>
        </p:spPr>
        <p:txBody>
          <a:bodyPr wrap="none">
            <a:spAutoFit/>
          </a:bodyPr>
          <a:lstStyle/>
          <a:p>
            <a:pPr>
              <a:buFont typeface="Arial" pitchFamily="34" charset="0"/>
              <a:buChar char="•"/>
            </a:pPr>
            <a:r>
              <a:rPr lang="en-GB" sz="2800" dirty="0"/>
              <a:t> </a:t>
            </a:r>
            <a:r>
              <a:rPr lang="en-GB" sz="2000" b="1" dirty="0"/>
              <a:t>Polysaccharides: </a:t>
            </a:r>
            <a:r>
              <a:rPr lang="en-GB" sz="2000" dirty="0"/>
              <a:t>Long chains of monosaccharide units bound together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bioweb.uwlax.edu/bio203/2010/woods_brit/colinnnnnn.jpg"/>
          <p:cNvPicPr>
            <a:picLocks noChangeAspect="1" noChangeArrowheads="1"/>
          </p:cNvPicPr>
          <p:nvPr/>
        </p:nvPicPr>
        <p:blipFill>
          <a:blip r:embed="rId2" cstate="print"/>
          <a:srcRect/>
          <a:stretch>
            <a:fillRect/>
          </a:stretch>
        </p:blipFill>
        <p:spPr bwMode="auto">
          <a:xfrm>
            <a:off x="4648200" y="-1"/>
            <a:ext cx="4495800" cy="3673069"/>
          </a:xfrm>
          <a:prstGeom prst="rect">
            <a:avLst/>
          </a:prstGeom>
          <a:noFill/>
        </p:spPr>
      </p:pic>
      <p:pic>
        <p:nvPicPr>
          <p:cNvPr id="1027" name="Picture 3"/>
          <p:cNvPicPr>
            <a:picLocks noChangeAspect="1" noChangeArrowheads="1"/>
          </p:cNvPicPr>
          <p:nvPr/>
        </p:nvPicPr>
        <p:blipFill>
          <a:blip r:embed="rId3" cstate="print"/>
          <a:srcRect/>
          <a:stretch>
            <a:fillRect/>
          </a:stretch>
        </p:blipFill>
        <p:spPr bwMode="auto">
          <a:xfrm>
            <a:off x="-1" y="0"/>
            <a:ext cx="4901185" cy="6858000"/>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cstate="print"/>
          <a:srcRect/>
          <a:stretch>
            <a:fillRect/>
          </a:stretch>
        </p:blipFill>
        <p:spPr bwMode="auto">
          <a:xfrm>
            <a:off x="3048000" y="2559844"/>
            <a:ext cx="6096000" cy="4298156"/>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box(in)">
                                      <p:cBhvr>
                                        <p:cTn id="7"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12</a:t>
            </a:fld>
            <a:endParaRPr lang="en-US"/>
          </a:p>
        </p:txBody>
      </p:sp>
      <p:graphicFrame>
        <p:nvGraphicFramePr>
          <p:cNvPr id="5" name="Diagram 4"/>
          <p:cNvGraphicFramePr/>
          <p:nvPr/>
        </p:nvGraphicFramePr>
        <p:xfrm>
          <a:off x="228600" y="152400"/>
          <a:ext cx="8763000" cy="6477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13</a:t>
            </a:fld>
            <a:endParaRPr lang="en-US"/>
          </a:p>
        </p:txBody>
      </p:sp>
      <p:sp>
        <p:nvSpPr>
          <p:cNvPr id="3" name="Content Placeholder 2"/>
          <p:cNvSpPr txBox="1">
            <a:spLocks/>
          </p:cNvSpPr>
          <p:nvPr/>
        </p:nvSpPr>
        <p:spPr>
          <a:xfrm>
            <a:off x="457200" y="1219200"/>
            <a:ext cx="8229600" cy="5254752"/>
          </a:xfrm>
          <a:prstGeom prst="rect">
            <a:avLst/>
          </a:prstGeom>
        </p:spPr>
        <p:txBody>
          <a:bodyPr>
            <a:normAutofit fontScale="92500"/>
          </a:bodyPr>
          <a:lstStyle/>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chemeClr val="tx1"/>
                </a:solidFill>
                <a:effectLst/>
                <a:uLnTx/>
                <a:uFillTx/>
              </a:rPr>
              <a:t>Providing energy and regulation</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chemeClr val="tx1"/>
                </a:solidFill>
                <a:effectLst/>
                <a:uLnTx/>
                <a:uFillTx/>
              </a:rPr>
              <a:t>Sparing the use of proteins for energy </a:t>
            </a:r>
          </a:p>
          <a:p>
            <a:pPr marL="342900" lvl="0" indent="-342900">
              <a:lnSpc>
                <a:spcPct val="150000"/>
              </a:lnSpc>
              <a:spcBef>
                <a:spcPct val="20000"/>
              </a:spcBef>
              <a:buFont typeface="Arial" pitchFamily="34" charset="0"/>
              <a:buChar char="•"/>
            </a:pPr>
            <a:r>
              <a:rPr lang="en-US" sz="2800" dirty="0"/>
              <a:t>Preventing ketosis and breakdown </a:t>
            </a:r>
            <a:r>
              <a:rPr kumimoji="0" lang="en-US" sz="2800" b="0" i="0" u="none" strike="noStrike" kern="1200" cap="none" spc="0" normalizeH="0" baseline="0" noProof="0" dirty="0">
                <a:ln>
                  <a:noFill/>
                </a:ln>
                <a:solidFill>
                  <a:schemeClr val="tx1"/>
                </a:solidFill>
                <a:effectLst/>
                <a:uLnTx/>
                <a:uFillTx/>
              </a:rPr>
              <a:t>of fatty acids and</a:t>
            </a:r>
          </a:p>
          <a:p>
            <a:pPr marL="342900" lvl="0" indent="-342900">
              <a:lnSpc>
                <a:spcPct val="150000"/>
              </a:lnSpc>
              <a:spcBef>
                <a:spcPct val="20000"/>
              </a:spcBef>
              <a:buFont typeface="Arial" pitchFamily="34" charset="0"/>
              <a:buChar char="•"/>
            </a:pPr>
            <a:r>
              <a:rPr lang="en-US" sz="2800" dirty="0"/>
              <a:t>Biological recognition processes</a:t>
            </a:r>
            <a:endParaRPr kumimoji="0" lang="en-US" sz="2800" b="0" i="0" u="none" strike="noStrike" kern="1200" cap="none" spc="0" normalizeH="0" baseline="0" noProof="0" dirty="0">
              <a:ln>
                <a:noFill/>
              </a:ln>
              <a:solidFill>
                <a:schemeClr val="tx1"/>
              </a:solidFill>
              <a:effectLst/>
              <a:uLnTx/>
              <a:uFillTx/>
            </a:endParaRP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chemeClr val="tx1"/>
                </a:solidFill>
                <a:effectLst/>
                <a:uLnTx/>
                <a:uFillTx/>
              </a:rPr>
              <a:t>Flavor and Sweeteners </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a:ln>
                  <a:noFill/>
                </a:ln>
                <a:solidFill>
                  <a:schemeClr val="tx1"/>
                </a:solidFill>
                <a:effectLst/>
                <a:uLnTx/>
                <a:uFillTx/>
              </a:rPr>
              <a:t>Dietary fiber, which is also a form of carbohydrate, is essential for the elimination of waste materials and toxins from the body</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endParaRPr kumimoji="0" lang="en-US" sz="2800" b="0" i="0" u="none" strike="noStrike" kern="1200" cap="none" spc="0" normalizeH="0" baseline="0" noProof="0" dirty="0">
              <a:ln>
                <a:noFill/>
              </a:ln>
              <a:solidFill>
                <a:schemeClr val="tx1"/>
              </a:solidFill>
              <a:effectLst/>
              <a:uLnTx/>
              <a:uFillTx/>
            </a:endParaRPr>
          </a:p>
        </p:txBody>
      </p:sp>
      <p:sp>
        <p:nvSpPr>
          <p:cNvPr id="4" name="Title 1"/>
          <p:cNvSpPr txBox="1">
            <a:spLocks/>
          </p:cNvSpPr>
          <p:nvPr/>
        </p:nvSpPr>
        <p:spPr>
          <a:xfrm>
            <a:off x="457200" y="152400"/>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1"/>
                </a:solidFill>
                <a:effectLst/>
                <a:uLnTx/>
                <a:uFillTx/>
                <a:latin typeface="+mj-lt"/>
                <a:ea typeface="+mj-ea"/>
                <a:cs typeface="+mj-cs"/>
              </a:rPr>
              <a:t>Functions of Carbohydrates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14</a:t>
            </a:fld>
            <a:endParaRPr lang="en-US"/>
          </a:p>
        </p:txBody>
      </p:sp>
      <p:sp>
        <p:nvSpPr>
          <p:cNvPr id="3" name="Content Placeholder 2"/>
          <p:cNvSpPr txBox="1">
            <a:spLocks/>
          </p:cNvSpPr>
          <p:nvPr/>
        </p:nvSpPr>
        <p:spPr>
          <a:xfrm>
            <a:off x="457200" y="1219200"/>
            <a:ext cx="8229600" cy="5254752"/>
          </a:xfrm>
          <a:prstGeom prst="rect">
            <a:avLst/>
          </a:prstGeom>
        </p:spPr>
        <p:txBody>
          <a:bodyPr>
            <a:normAutofit/>
          </a:bodyPr>
          <a:lstStyle/>
          <a:p>
            <a:pPr marL="342900" lvl="0" indent="-342900">
              <a:spcBef>
                <a:spcPct val="20000"/>
              </a:spcBef>
              <a:buFont typeface="Arial" pitchFamily="34" charset="0"/>
              <a:buChar char="•"/>
            </a:pPr>
            <a:r>
              <a:rPr lang="en-US" sz="3200" dirty="0"/>
              <a:t>Most diverse in both structure and function</a:t>
            </a:r>
          </a:p>
          <a:p>
            <a:pPr marL="342900" lvl="0" indent="-342900">
              <a:spcBef>
                <a:spcPct val="20000"/>
              </a:spcBef>
              <a:buFont typeface="Arial" pitchFamily="34" charset="0"/>
              <a:buChar char="•"/>
            </a:pPr>
            <a:r>
              <a:rPr lang="en-US" sz="3200" dirty="0"/>
              <a:t>Proteins are the polymers of amino acids</a:t>
            </a:r>
          </a:p>
          <a:p>
            <a:pPr marL="342900" lvl="0" indent="-342900">
              <a:spcBef>
                <a:spcPct val="20000"/>
              </a:spcBef>
              <a:buFont typeface="Arial" pitchFamily="34" charset="0"/>
              <a:buChar char="•"/>
            </a:pPr>
            <a:r>
              <a:rPr lang="en-US" sz="3200" dirty="0"/>
              <a:t>Thousands of different kinds of proteins are made from only </a:t>
            </a:r>
            <a:r>
              <a:rPr lang="en-US" sz="3200" b="1" dirty="0"/>
              <a:t>twenty </a:t>
            </a:r>
            <a:r>
              <a:rPr lang="en-US" sz="3200" dirty="0"/>
              <a:t>monomers, called </a:t>
            </a:r>
            <a:r>
              <a:rPr lang="en-US" sz="3200" b="1" dirty="0"/>
              <a:t>amino acids</a:t>
            </a:r>
            <a:r>
              <a:rPr lang="en-US" sz="3200" dirty="0"/>
              <a:t>. </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itle 1"/>
          <p:cNvSpPr txBox="1">
            <a:spLocks/>
          </p:cNvSpPr>
          <p:nvPr/>
        </p:nvSpPr>
        <p:spPr>
          <a:xfrm>
            <a:off x="457200" y="152400"/>
            <a:ext cx="82296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1"/>
                </a:solidFill>
                <a:effectLst/>
                <a:uLnTx/>
                <a:uFillTx/>
                <a:latin typeface="+mj-lt"/>
                <a:ea typeface="+mj-ea"/>
                <a:cs typeface="+mj-cs"/>
              </a:rPr>
              <a:t>PROTEINS</a:t>
            </a:r>
          </a:p>
        </p:txBody>
      </p:sp>
      <p:pic>
        <p:nvPicPr>
          <p:cNvPr id="5" name="Picture 4"/>
          <p:cNvPicPr/>
          <p:nvPr/>
        </p:nvPicPr>
        <p:blipFill>
          <a:blip r:embed="rId2" cstate="print"/>
          <a:srcRect/>
          <a:stretch>
            <a:fillRect/>
          </a:stretch>
        </p:blipFill>
        <p:spPr bwMode="auto">
          <a:xfrm>
            <a:off x="5410200" y="3810000"/>
            <a:ext cx="3151472" cy="2293084"/>
          </a:xfrm>
          <a:prstGeom prst="rect">
            <a:avLst/>
          </a:prstGeom>
          <a:noFill/>
          <a:ln w="12700">
            <a:solidFill>
              <a:srgbClr val="000000"/>
            </a:solidFill>
            <a:miter lim="800000"/>
            <a:headEnd/>
            <a:tailEnd/>
          </a:ln>
        </p:spPr>
      </p:pic>
      <p:pic>
        <p:nvPicPr>
          <p:cNvPr id="7" name="Picture 6"/>
          <p:cNvPicPr/>
          <p:nvPr/>
        </p:nvPicPr>
        <p:blipFill>
          <a:blip r:embed="rId3" cstate="print"/>
          <a:srcRect/>
          <a:stretch>
            <a:fillRect/>
          </a:stretch>
        </p:blipFill>
        <p:spPr bwMode="auto">
          <a:xfrm>
            <a:off x="457200" y="4267200"/>
            <a:ext cx="3276600" cy="1828800"/>
          </a:xfrm>
          <a:prstGeom prst="rect">
            <a:avLst/>
          </a:prstGeom>
          <a:noFill/>
          <a:ln w="12700">
            <a:solidFill>
              <a:srgbClr val="000000"/>
            </a:solidFill>
            <a:miter lim="800000"/>
            <a:headEnd/>
            <a:tailEnd/>
          </a:ln>
        </p:spPr>
      </p:pic>
      <p:sp>
        <p:nvSpPr>
          <p:cNvPr id="8" name="Right Arrow 7"/>
          <p:cNvSpPr/>
          <p:nvPr/>
        </p:nvSpPr>
        <p:spPr>
          <a:xfrm>
            <a:off x="3962400" y="4648200"/>
            <a:ext cx="1295400" cy="685800"/>
          </a:xfrm>
          <a:prstGeom prst="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en-GB"/>
          </a:p>
        </p:txBody>
      </p:sp>
      <p:sp>
        <p:nvSpPr>
          <p:cNvPr id="9" name="Rectangle 8"/>
          <p:cNvSpPr/>
          <p:nvPr/>
        </p:nvSpPr>
        <p:spPr>
          <a:xfrm>
            <a:off x="1158768" y="6260068"/>
            <a:ext cx="1141659" cy="369332"/>
          </a:xfrm>
          <a:prstGeom prst="rect">
            <a:avLst/>
          </a:prstGeom>
        </p:spPr>
        <p:txBody>
          <a:bodyPr wrap="none">
            <a:spAutoFit/>
          </a:bodyPr>
          <a:lstStyle/>
          <a:p>
            <a:r>
              <a:rPr lang="en-US" b="1" dirty="0"/>
              <a:t>Monomer</a:t>
            </a:r>
            <a:endParaRPr lang="en-GB" b="1" dirty="0"/>
          </a:p>
        </p:txBody>
      </p:sp>
      <p:sp>
        <p:nvSpPr>
          <p:cNvPr id="10" name="Rectangle 9"/>
          <p:cNvSpPr/>
          <p:nvPr/>
        </p:nvSpPr>
        <p:spPr>
          <a:xfrm>
            <a:off x="6324600" y="6248400"/>
            <a:ext cx="977640" cy="369332"/>
          </a:xfrm>
          <a:prstGeom prst="rect">
            <a:avLst/>
          </a:prstGeom>
        </p:spPr>
        <p:txBody>
          <a:bodyPr wrap="none">
            <a:spAutoFit/>
          </a:bodyPr>
          <a:lstStyle/>
          <a:p>
            <a:r>
              <a:rPr lang="en-US" b="1" dirty="0"/>
              <a:t>Polymer</a:t>
            </a:r>
            <a:endParaRPr lang="en-GB"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152400"/>
            <a:ext cx="91440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Amino Acids: Building Block of Proteins</a:t>
            </a:r>
          </a:p>
        </p:txBody>
      </p:sp>
      <p:sp>
        <p:nvSpPr>
          <p:cNvPr id="11" name="Rectangle 10"/>
          <p:cNvSpPr/>
          <p:nvPr/>
        </p:nvSpPr>
        <p:spPr>
          <a:xfrm>
            <a:off x="381000" y="1143000"/>
            <a:ext cx="8153400" cy="2585323"/>
          </a:xfrm>
          <a:prstGeom prst="rect">
            <a:avLst/>
          </a:prstGeom>
        </p:spPr>
        <p:txBody>
          <a:bodyPr wrap="square">
            <a:spAutoFit/>
          </a:bodyPr>
          <a:lstStyle/>
          <a:p>
            <a:pPr>
              <a:lnSpc>
                <a:spcPct val="150000"/>
              </a:lnSpc>
              <a:buFont typeface="Arial" pitchFamily="34" charset="0"/>
              <a:buChar char="•"/>
            </a:pPr>
            <a:r>
              <a:rPr lang="en-US" sz="2400" dirty="0"/>
              <a:t> Contains an amine group (NH</a:t>
            </a:r>
            <a:r>
              <a:rPr lang="en-US" sz="2400" baseline="-25000" dirty="0"/>
              <a:t>3</a:t>
            </a:r>
            <a:r>
              <a:rPr lang="en-US" sz="2400" dirty="0"/>
              <a:t>) (basic/positive) </a:t>
            </a:r>
          </a:p>
          <a:p>
            <a:pPr>
              <a:lnSpc>
                <a:spcPct val="150000"/>
              </a:lnSpc>
              <a:buFont typeface="Arial" pitchFamily="34" charset="0"/>
              <a:buChar char="•"/>
            </a:pPr>
            <a:r>
              <a:rPr lang="en-US" sz="2400" dirty="0"/>
              <a:t>A carboxyl group (</a:t>
            </a:r>
            <a:r>
              <a:rPr lang="en-US" sz="2400" dirty="0" err="1"/>
              <a:t>COOH</a:t>
            </a:r>
            <a:r>
              <a:rPr lang="en-US" sz="2400" dirty="0"/>
              <a:t>) (acidic/negative)</a:t>
            </a:r>
          </a:p>
          <a:p>
            <a:pPr>
              <a:lnSpc>
                <a:spcPct val="150000"/>
              </a:lnSpc>
              <a:buFont typeface="Arial" pitchFamily="34" charset="0"/>
              <a:buChar char="•"/>
            </a:pPr>
            <a:r>
              <a:rPr lang="en-US" sz="2400" dirty="0"/>
              <a:t>One or more atoms called an “R group”</a:t>
            </a:r>
          </a:p>
          <a:p>
            <a:pPr>
              <a:lnSpc>
                <a:spcPct val="150000"/>
              </a:lnSpc>
              <a:buFont typeface="Arial" pitchFamily="34" charset="0"/>
              <a:buChar char="•"/>
            </a:pPr>
            <a:r>
              <a:rPr lang="en-US" sz="2400" dirty="0"/>
              <a:t>All three groups are attached to the same carbon atom </a:t>
            </a:r>
          </a:p>
          <a:p>
            <a:r>
              <a:rPr lang="en-US" dirty="0"/>
              <a:t> </a:t>
            </a:r>
            <a:endParaRPr lang="en-GB" dirty="0"/>
          </a:p>
        </p:txBody>
      </p:sp>
      <p:pic>
        <p:nvPicPr>
          <p:cNvPr id="1026" name="Picture 2" descr="http://www.proprofs.com/flashcards/upload/a4657743.jpg"/>
          <p:cNvPicPr>
            <a:picLocks noChangeAspect="1" noChangeArrowheads="1"/>
          </p:cNvPicPr>
          <p:nvPr/>
        </p:nvPicPr>
        <p:blipFill>
          <a:blip r:embed="rId2" cstate="print"/>
          <a:srcRect/>
          <a:stretch>
            <a:fillRect/>
          </a:stretch>
        </p:blipFill>
        <p:spPr bwMode="auto">
          <a:xfrm>
            <a:off x="2590800" y="3429000"/>
            <a:ext cx="3505200" cy="3343084"/>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16</a:t>
            </a:fld>
            <a:endParaRPr lang="en-US"/>
          </a:p>
        </p:txBody>
      </p:sp>
      <p:sp>
        <p:nvSpPr>
          <p:cNvPr id="3" name="Rectangle 2"/>
          <p:cNvSpPr/>
          <p:nvPr/>
        </p:nvSpPr>
        <p:spPr>
          <a:xfrm>
            <a:off x="762000" y="1143000"/>
            <a:ext cx="8001000" cy="2289858"/>
          </a:xfrm>
          <a:prstGeom prst="rect">
            <a:avLst/>
          </a:prstGeom>
        </p:spPr>
        <p:txBody>
          <a:bodyPr wrap="square">
            <a:spAutoFit/>
          </a:bodyPr>
          <a:lstStyle/>
          <a:p>
            <a:pPr marL="342900" indent="-342900">
              <a:lnSpc>
                <a:spcPct val="90000"/>
              </a:lnSpc>
              <a:spcBef>
                <a:spcPct val="20000"/>
              </a:spcBef>
              <a:buFont typeface="Wingdings" pitchFamily="2" charset="2"/>
              <a:buChar char="Ø"/>
              <a:defRPr/>
            </a:pPr>
            <a:r>
              <a:rPr lang="en-US" sz="2800" dirty="0">
                <a:cs typeface="Arial" pitchFamily="34" charset="0"/>
              </a:rPr>
              <a:t>Amino acids are divided into two groups- </a:t>
            </a:r>
          </a:p>
          <a:p>
            <a:pPr marL="342900" indent="-342900">
              <a:lnSpc>
                <a:spcPct val="90000"/>
              </a:lnSpc>
              <a:spcBef>
                <a:spcPct val="20000"/>
              </a:spcBef>
              <a:defRPr/>
            </a:pPr>
            <a:r>
              <a:rPr lang="en-US" sz="2800" dirty="0">
                <a:cs typeface="Arial" pitchFamily="34" charset="0"/>
              </a:rPr>
              <a:t>          </a:t>
            </a:r>
            <a:r>
              <a:rPr lang="en-US" sz="2800" b="1" dirty="0">
                <a:solidFill>
                  <a:srgbClr val="FF0000"/>
                </a:solidFill>
                <a:cs typeface="Arial" pitchFamily="34" charset="0"/>
              </a:rPr>
              <a:t>Essential: </a:t>
            </a:r>
            <a:r>
              <a:rPr lang="en-US" sz="2800" dirty="0"/>
              <a:t>must be supplied in the diet.</a:t>
            </a:r>
            <a:endParaRPr lang="en-US" sz="2800" b="1" dirty="0">
              <a:solidFill>
                <a:srgbClr val="FF0000"/>
              </a:solidFill>
              <a:cs typeface="Arial" pitchFamily="34" charset="0"/>
            </a:endParaRPr>
          </a:p>
          <a:p>
            <a:pPr marL="342900" lvl="0" indent="-342900">
              <a:lnSpc>
                <a:spcPct val="90000"/>
              </a:lnSpc>
              <a:spcBef>
                <a:spcPct val="20000"/>
              </a:spcBef>
              <a:defRPr/>
            </a:pPr>
            <a:r>
              <a:rPr lang="en-US" sz="2800" b="1" dirty="0">
                <a:solidFill>
                  <a:srgbClr val="FF0000"/>
                </a:solidFill>
                <a:cs typeface="Arial" pitchFamily="34" charset="0"/>
              </a:rPr>
              <a:t>          Non-essential: </a:t>
            </a:r>
            <a:r>
              <a:rPr lang="en-US" sz="2800" dirty="0"/>
              <a:t>not supplied in the diet.</a:t>
            </a:r>
            <a:endParaRPr lang="en-GB" sz="2800" dirty="0"/>
          </a:p>
          <a:p>
            <a:pPr marL="342900" indent="-342900">
              <a:lnSpc>
                <a:spcPct val="90000"/>
              </a:lnSpc>
              <a:spcBef>
                <a:spcPct val="20000"/>
              </a:spcBef>
              <a:buFont typeface="Wingdings" pitchFamily="2" charset="2"/>
              <a:buChar char="Ø"/>
              <a:defRPr/>
            </a:pPr>
            <a:r>
              <a:rPr lang="en-US" sz="2800" dirty="0">
                <a:cs typeface="Arial" pitchFamily="34" charset="0"/>
              </a:rPr>
              <a:t>Amino acids are bonded together by </a:t>
            </a:r>
            <a:r>
              <a:rPr lang="en-US" sz="2800" b="1" dirty="0">
                <a:solidFill>
                  <a:srgbClr val="0070C0"/>
                </a:solidFill>
                <a:cs typeface="Arial" pitchFamily="34" charset="0"/>
              </a:rPr>
              <a:t>peptide bonds</a:t>
            </a:r>
            <a:r>
              <a:rPr lang="en-US" sz="2800" dirty="0">
                <a:cs typeface="Arial" pitchFamily="34" charset="0"/>
              </a:rPr>
              <a:t>  to form protein.</a:t>
            </a:r>
          </a:p>
        </p:txBody>
      </p:sp>
      <p:sp>
        <p:nvSpPr>
          <p:cNvPr id="4" name="Title 1"/>
          <p:cNvSpPr txBox="1">
            <a:spLocks/>
          </p:cNvSpPr>
          <p:nvPr/>
        </p:nvSpPr>
        <p:spPr>
          <a:xfrm>
            <a:off x="0" y="152400"/>
            <a:ext cx="91440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Amino Acids: Building Block of Proteins</a:t>
            </a:r>
          </a:p>
        </p:txBody>
      </p:sp>
      <p:pic>
        <p:nvPicPr>
          <p:cNvPr id="5" name="Object 7"/>
          <p:cNvPicPr/>
          <p:nvPr/>
        </p:nvPicPr>
        <p:blipFill>
          <a:blip r:embed="rId2" cstate="print"/>
          <a:srcRect t="-9482" b="-581"/>
          <a:stretch>
            <a:fillRect/>
          </a:stretch>
        </p:blipFill>
        <p:spPr bwMode="auto">
          <a:xfrm>
            <a:off x="1371600" y="3581400"/>
            <a:ext cx="6254849" cy="2286000"/>
          </a:xfrm>
          <a:prstGeom prst="rect">
            <a:avLst/>
          </a:prstGeom>
          <a:noFill/>
          <a:ln w="12700">
            <a:solidFill>
              <a:srgbClr val="000000"/>
            </a:solid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17</a:t>
            </a:fld>
            <a:endParaRPr lang="en-US"/>
          </a:p>
        </p:txBody>
      </p:sp>
      <p:pic>
        <p:nvPicPr>
          <p:cNvPr id="3" name="Picture 2"/>
          <p:cNvPicPr/>
          <p:nvPr/>
        </p:nvPicPr>
        <p:blipFill>
          <a:blip r:embed="rId2" cstate="print"/>
          <a:srcRect/>
          <a:stretch>
            <a:fillRect/>
          </a:stretch>
        </p:blipFill>
        <p:spPr bwMode="auto">
          <a:xfrm>
            <a:off x="1721279" y="4343400"/>
            <a:ext cx="6051121" cy="2209800"/>
          </a:xfrm>
          <a:prstGeom prst="rect">
            <a:avLst/>
          </a:prstGeom>
          <a:noFill/>
          <a:ln w="12700">
            <a:solidFill>
              <a:srgbClr val="000000"/>
            </a:solidFill>
            <a:miter lim="800000"/>
            <a:headEnd/>
            <a:tailEnd/>
          </a:ln>
        </p:spPr>
      </p:pic>
      <p:sp>
        <p:nvSpPr>
          <p:cNvPr id="5" name="Title 1"/>
          <p:cNvSpPr txBox="1">
            <a:spLocks/>
          </p:cNvSpPr>
          <p:nvPr/>
        </p:nvSpPr>
        <p:spPr>
          <a:xfrm>
            <a:off x="0" y="152400"/>
            <a:ext cx="91440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Peptide Bonds</a:t>
            </a:r>
          </a:p>
        </p:txBody>
      </p:sp>
      <p:sp>
        <p:nvSpPr>
          <p:cNvPr id="6" name="Rectangle 5"/>
          <p:cNvSpPr/>
          <p:nvPr/>
        </p:nvSpPr>
        <p:spPr>
          <a:xfrm>
            <a:off x="762000" y="1066800"/>
            <a:ext cx="7467600" cy="369332"/>
          </a:xfrm>
          <a:prstGeom prst="rect">
            <a:avLst/>
          </a:prstGeom>
        </p:spPr>
        <p:txBody>
          <a:bodyPr wrap="square">
            <a:spAutoFit/>
          </a:bodyPr>
          <a:lstStyle/>
          <a:p>
            <a:pPr>
              <a:buFont typeface="Arial" pitchFamily="34" charset="0"/>
              <a:buChar char="•"/>
            </a:pPr>
            <a:r>
              <a:rPr lang="en-US" dirty="0"/>
              <a:t> The bond that forms between two amino acids is called a </a:t>
            </a:r>
            <a:r>
              <a:rPr lang="en-US" b="1" dirty="0"/>
              <a:t>peptide bond</a:t>
            </a:r>
            <a:r>
              <a:rPr lang="en-US" dirty="0"/>
              <a:t>. </a:t>
            </a:r>
            <a:endParaRPr lang="en-GB" dirty="0"/>
          </a:p>
        </p:txBody>
      </p:sp>
      <p:pic>
        <p:nvPicPr>
          <p:cNvPr id="7" name="Picture 6"/>
          <p:cNvPicPr/>
          <p:nvPr/>
        </p:nvPicPr>
        <p:blipFill>
          <a:blip r:embed="rId3" cstate="print"/>
          <a:srcRect l="3203"/>
          <a:stretch>
            <a:fillRect/>
          </a:stretch>
        </p:blipFill>
        <p:spPr bwMode="auto">
          <a:xfrm>
            <a:off x="1676400" y="1600200"/>
            <a:ext cx="5943600" cy="2362200"/>
          </a:xfrm>
          <a:prstGeom prst="rect">
            <a:avLst/>
          </a:prstGeom>
          <a:noFill/>
          <a:ln w="12700">
            <a:solidFill>
              <a:srgbClr val="000000"/>
            </a:solid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18</a:t>
            </a:fld>
            <a:endParaRPr lang="en-US"/>
          </a:p>
        </p:txBody>
      </p:sp>
      <p:sp>
        <p:nvSpPr>
          <p:cNvPr id="3" name="Title 1"/>
          <p:cNvSpPr txBox="1">
            <a:spLocks/>
          </p:cNvSpPr>
          <p:nvPr/>
        </p:nvSpPr>
        <p:spPr>
          <a:xfrm>
            <a:off x="0" y="152400"/>
            <a:ext cx="9144000" cy="1143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Levels of protein structure</a:t>
            </a:r>
          </a:p>
        </p:txBody>
      </p:sp>
      <p:sp>
        <p:nvSpPr>
          <p:cNvPr id="5" name="Content Placeholder 2"/>
          <p:cNvSpPr txBox="1">
            <a:spLocks/>
          </p:cNvSpPr>
          <p:nvPr/>
        </p:nvSpPr>
        <p:spPr>
          <a:xfrm>
            <a:off x="457200" y="1219200"/>
            <a:ext cx="8382000" cy="5254752"/>
          </a:xfrm>
          <a:prstGeom prst="rect">
            <a:avLst/>
          </a:prstGeom>
        </p:spPr>
        <p:txBody>
          <a:bodyPr>
            <a:normAutofit fontScale="92500"/>
          </a:bodyPr>
          <a:lstStyle/>
          <a:p>
            <a:pPr lvl="0"/>
            <a:r>
              <a:rPr lang="en-US" sz="3200" b="1" dirty="0"/>
              <a:t>Primary structure:</a:t>
            </a:r>
            <a:r>
              <a:rPr lang="en-US" sz="3200" dirty="0"/>
              <a:t> The linear arrangement of amino acids in a protein</a:t>
            </a:r>
            <a:endParaRPr lang="en-GB" sz="3200" b="1" dirty="0"/>
          </a:p>
          <a:p>
            <a:pPr lvl="0"/>
            <a:r>
              <a:rPr lang="en-US" sz="3200" b="1" dirty="0"/>
              <a:t>Secondary structure:</a:t>
            </a:r>
            <a:r>
              <a:rPr lang="en-US" sz="3200" dirty="0"/>
              <a:t> Areas of folding or coiling within a protein. e.g. </a:t>
            </a:r>
            <a:r>
              <a:rPr lang="el-GR" sz="3200" dirty="0"/>
              <a:t>α</a:t>
            </a:r>
            <a:r>
              <a:rPr lang="en-GB" sz="3200" dirty="0"/>
              <a:t>-</a:t>
            </a:r>
            <a:r>
              <a:rPr lang="en-US" sz="3200" dirty="0"/>
              <a:t>helices and </a:t>
            </a:r>
            <a:r>
              <a:rPr lang="el-GR" sz="3200" dirty="0"/>
              <a:t>β</a:t>
            </a:r>
            <a:r>
              <a:rPr lang="en-GB" sz="3200" dirty="0"/>
              <a:t>-</a:t>
            </a:r>
            <a:r>
              <a:rPr lang="en-US" sz="3200" dirty="0"/>
              <a:t>pleated sheets</a:t>
            </a:r>
            <a:endParaRPr lang="en-GB" sz="3200" b="1" dirty="0"/>
          </a:p>
          <a:p>
            <a:pPr lvl="0"/>
            <a:r>
              <a:rPr lang="en-US" sz="3200" b="1" dirty="0"/>
              <a:t>Tertiary structure:</a:t>
            </a:r>
            <a:r>
              <a:rPr lang="en-US" sz="3200" dirty="0"/>
              <a:t>  Final three-dimensional structure of a protein, which results from a large number of non-covalent interactions between amino acids.</a:t>
            </a:r>
            <a:endParaRPr lang="en-GB" sz="3200" b="1" dirty="0"/>
          </a:p>
          <a:p>
            <a:pPr lvl="0"/>
            <a:r>
              <a:rPr lang="en-US" sz="3200" b="1" dirty="0"/>
              <a:t>Quaternary structure:</a:t>
            </a:r>
            <a:r>
              <a:rPr lang="en-US" sz="3200" dirty="0"/>
              <a:t> Non-covalent interactions that bind multiple polypeptides into a single, larger protein. e.g. Hemoglobin</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19</a:t>
            </a:fld>
            <a:endParaRPr lang="en-US"/>
          </a:p>
        </p:txBody>
      </p:sp>
      <p:pic>
        <p:nvPicPr>
          <p:cNvPr id="4" name="Picture 3" descr="http://www.vivo.colostate.edu/hbooks/genetics/biotech/basics/plevels.gif"/>
          <p:cNvPicPr/>
          <p:nvPr/>
        </p:nvPicPr>
        <p:blipFill>
          <a:blip r:embed="rId2" r:link="rId3" cstate="print"/>
          <a:srcRect/>
          <a:stretch>
            <a:fillRect/>
          </a:stretch>
        </p:blipFill>
        <p:spPr bwMode="auto">
          <a:xfrm>
            <a:off x="1336163" y="2419597"/>
            <a:ext cx="6471673" cy="2018805"/>
          </a:xfrm>
          <a:prstGeom prst="rect">
            <a:avLst/>
          </a:prstGeom>
          <a:noFill/>
          <a:ln w="9525">
            <a:noFill/>
            <a:miter lim="800000"/>
            <a:headEnd/>
            <a:tailEnd/>
          </a:ln>
        </p:spPr>
      </p:pic>
      <p:sp>
        <p:nvSpPr>
          <p:cNvPr id="5" name="Title 1"/>
          <p:cNvSpPr txBox="1">
            <a:spLocks/>
          </p:cNvSpPr>
          <p:nvPr/>
        </p:nvSpPr>
        <p:spPr>
          <a:xfrm>
            <a:off x="-76200" y="381000"/>
            <a:ext cx="9144000" cy="9144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Levels of protein structure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20</a:t>
            </a:fld>
            <a:endParaRPr lang="en-US"/>
          </a:p>
        </p:txBody>
      </p:sp>
      <p:sp>
        <p:nvSpPr>
          <p:cNvPr id="3" name="Rectangle 4"/>
          <p:cNvSpPr>
            <a:spLocks noChangeArrowheads="1"/>
          </p:cNvSpPr>
          <p:nvPr/>
        </p:nvSpPr>
        <p:spPr bwMode="auto">
          <a:xfrm>
            <a:off x="381000" y="1194911"/>
            <a:ext cx="8001000" cy="1477328"/>
          </a:xfrm>
          <a:prstGeom prst="rect">
            <a:avLst/>
          </a:prstGeom>
          <a:noFill/>
          <a:ln w="9525">
            <a:noFill/>
            <a:miter lim="800000"/>
            <a:headEnd/>
            <a:tailEnd/>
          </a:ln>
        </p:spPr>
        <p:txBody>
          <a:bodyPr anchor="ctr">
            <a:spAutoFit/>
          </a:bodyPr>
          <a:lstStyle/>
          <a:p>
            <a:pPr marL="347663" indent="-347663" algn="just">
              <a:lnSpc>
                <a:spcPct val="150000"/>
              </a:lnSpc>
              <a:buFont typeface="Arial" pitchFamily="34" charset="0"/>
              <a:buChar char="•"/>
            </a:pPr>
            <a:r>
              <a:rPr lang="en-US" sz="2000" dirty="0">
                <a:solidFill>
                  <a:srgbClr val="000000"/>
                </a:solidFill>
                <a:cs typeface="Arial" pitchFamily="34" charset="0"/>
              </a:rPr>
              <a:t>Protein's main function is to build, maintain and repair all our body tissues</a:t>
            </a:r>
          </a:p>
          <a:p>
            <a:pPr marL="347663" indent="-347663" algn="just">
              <a:lnSpc>
                <a:spcPct val="150000"/>
              </a:lnSpc>
              <a:buFont typeface="Arial" pitchFamily="34" charset="0"/>
              <a:buChar char="•"/>
            </a:pPr>
            <a:r>
              <a:rPr lang="en-US" sz="2000" dirty="0">
                <a:cs typeface="Arial" pitchFamily="34" charset="0"/>
              </a:rPr>
              <a:t>Protein can also be used as energy source by body</a:t>
            </a:r>
          </a:p>
        </p:txBody>
      </p:sp>
      <p:sp>
        <p:nvSpPr>
          <p:cNvPr id="4" name="Rectangle 5"/>
          <p:cNvSpPr>
            <a:spLocks noChangeArrowheads="1"/>
          </p:cNvSpPr>
          <p:nvPr/>
        </p:nvSpPr>
        <p:spPr bwMode="auto">
          <a:xfrm>
            <a:off x="533400" y="3429000"/>
            <a:ext cx="8056562" cy="2585323"/>
          </a:xfrm>
          <a:prstGeom prst="rect">
            <a:avLst/>
          </a:prstGeom>
          <a:noFill/>
          <a:ln w="9525">
            <a:noFill/>
            <a:miter lim="800000"/>
            <a:headEnd/>
            <a:tailEnd/>
          </a:ln>
        </p:spPr>
        <p:txBody>
          <a:bodyPr>
            <a:spAutoFit/>
          </a:bodyPr>
          <a:lstStyle/>
          <a:p>
            <a:pPr marL="342900" indent="-342900" algn="just">
              <a:lnSpc>
                <a:spcPct val="150000"/>
              </a:lnSpc>
              <a:buFont typeface="Arial" pitchFamily="34" charset="0"/>
              <a:buChar char="•"/>
            </a:pPr>
            <a:r>
              <a:rPr lang="en-US" dirty="0">
                <a:solidFill>
                  <a:srgbClr val="000000"/>
                </a:solidFill>
                <a:cs typeface="Arial" pitchFamily="34" charset="0"/>
              </a:rPr>
              <a:t>Protein acts as </a:t>
            </a:r>
            <a:r>
              <a:rPr lang="en-US" dirty="0">
                <a:solidFill>
                  <a:srgbClr val="FF0000"/>
                </a:solidFill>
                <a:cs typeface="Arial" pitchFamily="34" charset="0"/>
              </a:rPr>
              <a:t>storage material </a:t>
            </a:r>
            <a:r>
              <a:rPr lang="en-US" dirty="0">
                <a:solidFill>
                  <a:srgbClr val="000000"/>
                </a:solidFill>
                <a:cs typeface="Arial" pitchFamily="34" charset="0"/>
              </a:rPr>
              <a:t>of food and energy.</a:t>
            </a:r>
          </a:p>
          <a:p>
            <a:pPr marL="342900" indent="-342900" algn="just">
              <a:lnSpc>
                <a:spcPct val="150000"/>
              </a:lnSpc>
              <a:buFont typeface="Arial" pitchFamily="34" charset="0"/>
              <a:buChar char="•"/>
            </a:pPr>
            <a:r>
              <a:rPr lang="en-US" dirty="0">
                <a:solidFill>
                  <a:srgbClr val="000000"/>
                </a:solidFill>
                <a:cs typeface="Arial" pitchFamily="34" charset="0"/>
              </a:rPr>
              <a:t>Many proteins are </a:t>
            </a:r>
            <a:r>
              <a:rPr lang="en-US" dirty="0">
                <a:solidFill>
                  <a:srgbClr val="FF0000"/>
                </a:solidFill>
                <a:cs typeface="Arial" pitchFamily="34" charset="0"/>
              </a:rPr>
              <a:t>enzymes</a:t>
            </a:r>
            <a:r>
              <a:rPr lang="en-US" dirty="0">
                <a:solidFill>
                  <a:srgbClr val="000000"/>
                </a:solidFill>
                <a:cs typeface="Arial" pitchFamily="34" charset="0"/>
              </a:rPr>
              <a:t> that catalyze biochemical reactions</a:t>
            </a:r>
          </a:p>
          <a:p>
            <a:pPr marL="342900" indent="-342900" algn="just">
              <a:lnSpc>
                <a:spcPct val="150000"/>
              </a:lnSpc>
              <a:buFont typeface="Arial" pitchFamily="34" charset="0"/>
              <a:buChar char="•"/>
            </a:pPr>
            <a:r>
              <a:rPr lang="en-US" dirty="0">
                <a:solidFill>
                  <a:srgbClr val="000000"/>
                </a:solidFill>
                <a:cs typeface="Arial" pitchFamily="34" charset="0"/>
              </a:rPr>
              <a:t>Proteins are </a:t>
            </a:r>
            <a:r>
              <a:rPr lang="en-US" dirty="0">
                <a:solidFill>
                  <a:srgbClr val="FF0000"/>
                </a:solidFill>
                <a:cs typeface="Arial" pitchFamily="34" charset="0"/>
              </a:rPr>
              <a:t>molecular instrument </a:t>
            </a:r>
            <a:r>
              <a:rPr lang="en-US" dirty="0">
                <a:solidFill>
                  <a:srgbClr val="000000"/>
                </a:solidFill>
                <a:cs typeface="Arial" pitchFamily="34" charset="0"/>
              </a:rPr>
              <a:t>through which genetic information is expressed.</a:t>
            </a:r>
          </a:p>
          <a:p>
            <a:pPr marL="342900" indent="-342900" algn="just">
              <a:lnSpc>
                <a:spcPct val="150000"/>
              </a:lnSpc>
              <a:buFont typeface="Arial" pitchFamily="34" charset="0"/>
              <a:buChar char="•"/>
            </a:pPr>
            <a:r>
              <a:rPr lang="en-US" dirty="0">
                <a:solidFill>
                  <a:srgbClr val="000000"/>
                </a:solidFill>
                <a:cs typeface="Arial" pitchFamily="34" charset="0"/>
              </a:rPr>
              <a:t>They act as </a:t>
            </a:r>
            <a:r>
              <a:rPr lang="en-US" dirty="0">
                <a:solidFill>
                  <a:srgbClr val="FF0000"/>
                </a:solidFill>
                <a:cs typeface="Arial" pitchFamily="34" charset="0"/>
              </a:rPr>
              <a:t>antibodies</a:t>
            </a:r>
            <a:r>
              <a:rPr lang="en-US" dirty="0">
                <a:solidFill>
                  <a:srgbClr val="000000"/>
                </a:solidFill>
                <a:cs typeface="Arial" pitchFamily="34" charset="0"/>
              </a:rPr>
              <a:t> to prevent disease.</a:t>
            </a:r>
          </a:p>
          <a:p>
            <a:pPr marL="342900" indent="-342900" algn="just">
              <a:lnSpc>
                <a:spcPct val="150000"/>
              </a:lnSpc>
              <a:buFont typeface="Arial" pitchFamily="34" charset="0"/>
              <a:buChar char="•"/>
            </a:pPr>
            <a:r>
              <a:rPr lang="en-US" dirty="0">
                <a:solidFill>
                  <a:srgbClr val="000000"/>
                </a:solidFill>
                <a:cs typeface="Arial" pitchFamily="34" charset="0"/>
              </a:rPr>
              <a:t>The </a:t>
            </a:r>
            <a:r>
              <a:rPr lang="en-US" dirty="0">
                <a:solidFill>
                  <a:srgbClr val="FF0000"/>
                </a:solidFill>
                <a:cs typeface="Arial" pitchFamily="34" charset="0"/>
              </a:rPr>
              <a:t>milk proteins </a:t>
            </a:r>
            <a:r>
              <a:rPr lang="en-US" dirty="0">
                <a:solidFill>
                  <a:srgbClr val="000000"/>
                </a:solidFill>
                <a:cs typeface="Arial" pitchFamily="34" charset="0"/>
              </a:rPr>
              <a:t>help the growth of infant mammals.</a:t>
            </a:r>
          </a:p>
        </p:txBody>
      </p:sp>
      <p:sp>
        <p:nvSpPr>
          <p:cNvPr id="5" name="Title 1"/>
          <p:cNvSpPr txBox="1">
            <a:spLocks/>
          </p:cNvSpPr>
          <p:nvPr/>
        </p:nvSpPr>
        <p:spPr>
          <a:xfrm>
            <a:off x="1600200" y="381000"/>
            <a:ext cx="6553200" cy="762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Main functions of proteins</a:t>
            </a:r>
          </a:p>
        </p:txBody>
      </p:sp>
      <p:sp>
        <p:nvSpPr>
          <p:cNvPr id="6" name="Title 1"/>
          <p:cNvSpPr txBox="1">
            <a:spLocks/>
          </p:cNvSpPr>
          <p:nvPr/>
        </p:nvSpPr>
        <p:spPr>
          <a:xfrm>
            <a:off x="1600200" y="2743200"/>
            <a:ext cx="6553200" cy="762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Biological functions of proteins</a:t>
            </a:r>
          </a:p>
        </p:txBody>
      </p:sp>
      <p:sp>
        <p:nvSpPr>
          <p:cNvPr id="7" name="Rectangle 6"/>
          <p:cNvSpPr/>
          <p:nvPr/>
        </p:nvSpPr>
        <p:spPr>
          <a:xfrm>
            <a:off x="2819400" y="6172200"/>
            <a:ext cx="4630819" cy="369332"/>
          </a:xfrm>
          <a:prstGeom prst="rect">
            <a:avLst/>
          </a:prstGeom>
        </p:spPr>
        <p:txBody>
          <a:bodyPr wrap="none">
            <a:spAutoFit/>
          </a:bodyPr>
          <a:lstStyle/>
          <a:p>
            <a:r>
              <a:rPr lang="en-US" dirty="0">
                <a:solidFill>
                  <a:srgbClr val="000000"/>
                </a:solidFill>
                <a:cs typeface="Arial" pitchFamily="34" charset="0"/>
              </a:rPr>
              <a:t>For detail functions see the notes underneath…</a:t>
            </a:r>
            <a:endParaRPr lang="en-GB"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21</a:t>
            </a:fld>
            <a:endParaRPr lang="en-US"/>
          </a:p>
        </p:txBody>
      </p:sp>
      <p:sp>
        <p:nvSpPr>
          <p:cNvPr id="3" name="Rectangle 3"/>
          <p:cNvSpPr txBox="1">
            <a:spLocks noChangeArrowheads="1"/>
          </p:cNvSpPr>
          <p:nvPr/>
        </p:nvSpPr>
        <p:spPr bwMode="auto">
          <a:xfrm>
            <a:off x="457200" y="1143000"/>
            <a:ext cx="9067800" cy="4267200"/>
          </a:xfrm>
          <a:prstGeom prst="rect">
            <a:avLst/>
          </a:prstGeom>
          <a:noFill/>
          <a:ln w="9525">
            <a:noFill/>
            <a:miter lim="800000"/>
            <a:headEnd/>
            <a:tailEnd/>
          </a:ln>
        </p:spPr>
        <p:txBody>
          <a:bodyPr/>
          <a:lstStyle/>
          <a:p>
            <a:pPr marL="342900" indent="-342900" eaLnBrk="0" hangingPunct="0">
              <a:lnSpc>
                <a:spcPct val="150000"/>
              </a:lnSpc>
              <a:spcBef>
                <a:spcPct val="20000"/>
              </a:spcBef>
              <a:buClr>
                <a:schemeClr val="accent1"/>
              </a:buClr>
              <a:buSzPct val="65000"/>
              <a:buFont typeface="Arial" pitchFamily="34" charset="0"/>
              <a:buChar char="•"/>
              <a:defRPr/>
            </a:pPr>
            <a:r>
              <a:rPr lang="en-US" sz="2400" b="1" kern="0" dirty="0">
                <a:solidFill>
                  <a:schemeClr val="accent2"/>
                </a:solidFill>
              </a:rPr>
              <a:t>Composed of Carbon, Hydrogen, and Oxygen</a:t>
            </a:r>
          </a:p>
          <a:p>
            <a:pPr marL="342900" indent="-342900" eaLnBrk="0" hangingPunct="0">
              <a:lnSpc>
                <a:spcPct val="150000"/>
              </a:lnSpc>
              <a:spcBef>
                <a:spcPct val="20000"/>
              </a:spcBef>
              <a:buClr>
                <a:schemeClr val="accent1"/>
              </a:buClr>
              <a:buSzPct val="65000"/>
              <a:buFont typeface="Arial" pitchFamily="34" charset="0"/>
              <a:buChar char="•"/>
              <a:defRPr/>
            </a:pPr>
            <a:r>
              <a:rPr lang="en-US" sz="2400" dirty="0">
                <a:solidFill>
                  <a:srgbClr val="0000FF"/>
                </a:solidFill>
              </a:rPr>
              <a:t>Differ from carbohydrates: </a:t>
            </a:r>
            <a:r>
              <a:rPr lang="en-US" sz="2400" dirty="0">
                <a:solidFill>
                  <a:srgbClr val="0000FF"/>
                </a:solidFill>
                <a:cs typeface="Arial" pitchFamily="34" charset="0"/>
              </a:rPr>
              <a:t>no specific ratio (C:H:O)</a:t>
            </a:r>
            <a:endParaRPr lang="en-US" sz="2400" kern="0" dirty="0">
              <a:solidFill>
                <a:srgbClr val="0000FF"/>
              </a:solidFill>
            </a:endParaRPr>
          </a:p>
          <a:p>
            <a:pPr marL="342900" indent="-342900" eaLnBrk="0" hangingPunct="0">
              <a:lnSpc>
                <a:spcPct val="150000"/>
              </a:lnSpc>
              <a:spcBef>
                <a:spcPct val="20000"/>
              </a:spcBef>
              <a:buClr>
                <a:schemeClr val="accent1"/>
              </a:buClr>
              <a:buSzPct val="65000"/>
              <a:buFont typeface="Arial" pitchFamily="34" charset="0"/>
              <a:buChar char="•"/>
              <a:defRPr/>
            </a:pPr>
            <a:r>
              <a:rPr lang="en-US" sz="2400" b="1" kern="0" dirty="0">
                <a:solidFill>
                  <a:srgbClr val="CC0000"/>
                </a:solidFill>
              </a:rPr>
              <a:t>Building blocks are fatty acids and glycerol.</a:t>
            </a:r>
          </a:p>
          <a:p>
            <a:pPr marL="342900" indent="-342900" eaLnBrk="0" hangingPunct="0">
              <a:lnSpc>
                <a:spcPct val="150000"/>
              </a:lnSpc>
              <a:spcBef>
                <a:spcPct val="20000"/>
              </a:spcBef>
              <a:buClr>
                <a:schemeClr val="accent1"/>
              </a:buClr>
              <a:buSzPct val="65000"/>
              <a:buFont typeface="Arial" pitchFamily="34" charset="0"/>
              <a:buChar char="•"/>
              <a:defRPr/>
            </a:pPr>
            <a:r>
              <a:rPr lang="en-US" sz="2400" b="1" kern="0" dirty="0">
                <a:solidFill>
                  <a:srgbClr val="CC0000"/>
                </a:solidFill>
              </a:rPr>
              <a:t>Energy storage molecules </a:t>
            </a:r>
            <a:r>
              <a:rPr lang="en-US" sz="2400" b="1" kern="0" dirty="0">
                <a:solidFill>
                  <a:srgbClr val="660066"/>
                </a:solidFill>
              </a:rPr>
              <a:t>“stores the most energy” </a:t>
            </a:r>
            <a:r>
              <a:rPr lang="en-US" sz="2400" b="1" u="sng" kern="0" dirty="0"/>
              <a:t>2X of Carbohydrates</a:t>
            </a:r>
          </a:p>
          <a:p>
            <a:pPr marL="342900" indent="-342900">
              <a:lnSpc>
                <a:spcPct val="150000"/>
              </a:lnSpc>
              <a:spcBef>
                <a:spcPct val="20000"/>
              </a:spcBef>
              <a:buClr>
                <a:schemeClr val="accent1"/>
              </a:buClr>
              <a:buSzPct val="65000"/>
              <a:buFont typeface="Arial" pitchFamily="34" charset="0"/>
              <a:buChar char="•"/>
              <a:defRPr/>
            </a:pPr>
            <a:r>
              <a:rPr lang="en-US" sz="2400" b="1" dirty="0">
                <a:solidFill>
                  <a:srgbClr val="0000FF"/>
                </a:solidFill>
              </a:rPr>
              <a:t>Structurally heterogeneous</a:t>
            </a:r>
            <a:r>
              <a:rPr lang="en-US" sz="2400" dirty="0"/>
              <a:t>, </a:t>
            </a:r>
            <a:r>
              <a:rPr lang="en-US" sz="2400" b="1" kern="0" dirty="0">
                <a:solidFill>
                  <a:schemeClr val="accent2"/>
                </a:solidFill>
              </a:rPr>
              <a:t>Not soluble in water</a:t>
            </a:r>
          </a:p>
          <a:p>
            <a:pPr marL="342900" indent="-342900">
              <a:lnSpc>
                <a:spcPct val="150000"/>
              </a:lnSpc>
              <a:spcBef>
                <a:spcPct val="20000"/>
              </a:spcBef>
              <a:buClr>
                <a:schemeClr val="accent1"/>
              </a:buClr>
              <a:buSzPct val="65000"/>
              <a:buFont typeface="Arial" pitchFamily="34" charset="0"/>
              <a:buChar char="•"/>
              <a:defRPr/>
            </a:pPr>
            <a:r>
              <a:rPr lang="en-US" sz="2400" b="1" kern="0" dirty="0">
                <a:solidFill>
                  <a:srgbClr val="333399"/>
                </a:solidFill>
              </a:rPr>
              <a:t>Are soluble in hydrophobic solvents</a:t>
            </a:r>
            <a:r>
              <a:rPr lang="en-US" sz="2400" b="1" kern="0" dirty="0"/>
              <a:t>.</a:t>
            </a:r>
          </a:p>
          <a:p>
            <a:pPr marL="342900" indent="-342900">
              <a:lnSpc>
                <a:spcPct val="150000"/>
              </a:lnSpc>
              <a:spcBef>
                <a:spcPct val="20000"/>
              </a:spcBef>
              <a:buClr>
                <a:schemeClr val="accent1"/>
              </a:buClr>
              <a:buSzPct val="65000"/>
              <a:buFont typeface="Arial" pitchFamily="34" charset="0"/>
              <a:buChar char="•"/>
              <a:defRPr/>
            </a:pPr>
            <a:r>
              <a:rPr lang="en-US" sz="2400" b="1" kern="0" dirty="0">
                <a:solidFill>
                  <a:srgbClr val="CC0000"/>
                </a:solidFill>
                <a:effectLst>
                  <a:outerShdw blurRad="38100" dist="38100" dir="2700000" algn="tl">
                    <a:srgbClr val="C0C0C0"/>
                  </a:outerShdw>
                </a:effectLst>
              </a:rPr>
              <a:t>Examples: </a:t>
            </a:r>
            <a:r>
              <a:rPr lang="en-US" sz="2400" b="1" kern="0" dirty="0">
                <a:effectLst>
                  <a:outerShdw blurRad="38100" dist="38100" dir="2700000" algn="tl">
                    <a:srgbClr val="C0C0C0"/>
                  </a:outerShdw>
                </a:effectLst>
              </a:rPr>
              <a:t>1. Fats       2. Oils       3. Phospholipids</a:t>
            </a:r>
          </a:p>
          <a:p>
            <a:pPr marL="342900" indent="-342900">
              <a:lnSpc>
                <a:spcPct val="150000"/>
              </a:lnSpc>
              <a:spcBef>
                <a:spcPct val="20000"/>
              </a:spcBef>
              <a:buClr>
                <a:schemeClr val="accent1"/>
              </a:buClr>
              <a:buSzPct val="65000"/>
              <a:defRPr/>
            </a:pPr>
            <a:r>
              <a:rPr lang="en-US" sz="2400" b="1" kern="0" dirty="0">
                <a:effectLst>
                  <a:outerShdw blurRad="38100" dist="38100" dir="2700000" algn="tl">
                    <a:srgbClr val="C0C0C0"/>
                  </a:outerShdw>
                </a:effectLst>
              </a:rPr>
              <a:t>                         4. Waxes  5. Steroid hormones   6. Triglycerides</a:t>
            </a:r>
          </a:p>
        </p:txBody>
      </p:sp>
      <p:sp>
        <p:nvSpPr>
          <p:cNvPr id="4" name="Title 1"/>
          <p:cNvSpPr txBox="1">
            <a:spLocks/>
          </p:cNvSpPr>
          <p:nvPr/>
        </p:nvSpPr>
        <p:spPr>
          <a:xfrm>
            <a:off x="533400" y="381000"/>
            <a:ext cx="6553200" cy="762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Lipids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22</a:t>
            </a:fld>
            <a:endParaRPr lang="en-US"/>
          </a:p>
        </p:txBody>
      </p:sp>
      <p:pic>
        <p:nvPicPr>
          <p:cNvPr id="3" name="Picture 4" descr="Image52"/>
          <p:cNvPicPr>
            <a:picLocks noChangeAspect="1" noChangeArrowheads="1"/>
          </p:cNvPicPr>
          <p:nvPr/>
        </p:nvPicPr>
        <p:blipFill>
          <a:blip r:embed="rId3" cstate="print"/>
          <a:srcRect/>
          <a:stretch>
            <a:fillRect/>
          </a:stretch>
        </p:blipFill>
        <p:spPr bwMode="auto">
          <a:xfrm>
            <a:off x="914400" y="2057400"/>
            <a:ext cx="6728295" cy="2209800"/>
          </a:xfrm>
          <a:prstGeom prst="rect">
            <a:avLst/>
          </a:prstGeom>
          <a:noFill/>
          <a:ln w="9525">
            <a:noFill/>
            <a:miter lim="800000"/>
            <a:headEnd/>
            <a:tailEnd/>
          </a:ln>
        </p:spPr>
      </p:pic>
      <p:sp>
        <p:nvSpPr>
          <p:cNvPr id="5" name="Title 1"/>
          <p:cNvSpPr txBox="1">
            <a:spLocks/>
          </p:cNvSpPr>
          <p:nvPr/>
        </p:nvSpPr>
        <p:spPr>
          <a:xfrm>
            <a:off x="838200" y="609600"/>
            <a:ext cx="6553200" cy="762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Synthesis of triglycerides</a:t>
            </a:r>
          </a:p>
        </p:txBody>
      </p:sp>
      <p:sp>
        <p:nvSpPr>
          <p:cNvPr id="6" name="Rectangle 5"/>
          <p:cNvSpPr/>
          <p:nvPr/>
        </p:nvSpPr>
        <p:spPr>
          <a:xfrm>
            <a:off x="914400" y="4535269"/>
            <a:ext cx="1322157" cy="461665"/>
          </a:xfrm>
          <a:prstGeom prst="rect">
            <a:avLst/>
          </a:prstGeom>
        </p:spPr>
        <p:txBody>
          <a:bodyPr wrap="none">
            <a:spAutoFit/>
          </a:bodyPr>
          <a:lstStyle/>
          <a:p>
            <a:r>
              <a:rPr lang="en-US" sz="2400" dirty="0">
                <a:latin typeface="Cambria Math" pitchFamily="18" charset="0"/>
                <a:ea typeface="Cambria Math" pitchFamily="18" charset="0"/>
              </a:rPr>
              <a:t>Glycerol </a:t>
            </a:r>
            <a:endParaRPr lang="en-GB" sz="2400" dirty="0">
              <a:latin typeface="Cambria Math" pitchFamily="18" charset="0"/>
              <a:ea typeface="Cambria Math" pitchFamily="18" charset="0"/>
            </a:endParaRPr>
          </a:p>
        </p:txBody>
      </p:sp>
      <p:sp>
        <p:nvSpPr>
          <p:cNvPr id="7" name="Rectangle 6"/>
          <p:cNvSpPr/>
          <p:nvPr/>
        </p:nvSpPr>
        <p:spPr>
          <a:xfrm>
            <a:off x="2971800" y="4763869"/>
            <a:ext cx="4132991" cy="830997"/>
          </a:xfrm>
          <a:prstGeom prst="rect">
            <a:avLst/>
          </a:prstGeom>
        </p:spPr>
        <p:txBody>
          <a:bodyPr wrap="none">
            <a:spAutoFit/>
          </a:bodyPr>
          <a:lstStyle/>
          <a:p>
            <a:r>
              <a:rPr lang="en-US" sz="2400" dirty="0">
                <a:latin typeface="Cambria Math" pitchFamily="18" charset="0"/>
                <a:ea typeface="Cambria Math" pitchFamily="18" charset="0"/>
              </a:rPr>
              <a:t>Fatty acids</a:t>
            </a:r>
          </a:p>
          <a:p>
            <a:r>
              <a:rPr lang="en-US" sz="2400" dirty="0">
                <a:latin typeface="Cambria Math" pitchFamily="18" charset="0"/>
                <a:ea typeface="Cambria Math" pitchFamily="18" charset="0"/>
              </a:rPr>
              <a:t>Can be saturated/unsaturated</a:t>
            </a:r>
            <a:endParaRPr lang="en-GB" sz="2400" dirty="0">
              <a:latin typeface="Cambria Math" pitchFamily="18" charset="0"/>
              <a:ea typeface="Cambria Math" pitchFamily="18" charset="0"/>
            </a:endParaRPr>
          </a:p>
        </p:txBody>
      </p:sp>
      <p:sp>
        <p:nvSpPr>
          <p:cNvPr id="8" name="Rectangle 7"/>
          <p:cNvSpPr/>
          <p:nvPr/>
        </p:nvSpPr>
        <p:spPr>
          <a:xfrm>
            <a:off x="914400" y="5867400"/>
            <a:ext cx="7467600" cy="830997"/>
          </a:xfrm>
          <a:prstGeom prst="rect">
            <a:avLst/>
          </a:prstGeom>
        </p:spPr>
        <p:txBody>
          <a:bodyPr wrap="square">
            <a:spAutoFit/>
          </a:bodyPr>
          <a:lstStyle/>
          <a:p>
            <a:r>
              <a:rPr lang="en-US" sz="2400" b="1" dirty="0">
                <a:solidFill>
                  <a:srgbClr val="FF0000"/>
                </a:solidFill>
                <a:latin typeface="Cambria Math" pitchFamily="18" charset="0"/>
                <a:ea typeface="Cambria Math" pitchFamily="18" charset="0"/>
              </a:rPr>
              <a:t>Relate with the melting points and physical states……..</a:t>
            </a:r>
          </a:p>
          <a:p>
            <a:r>
              <a:rPr lang="en-US" sz="2400" b="1" dirty="0">
                <a:solidFill>
                  <a:srgbClr val="FF0000"/>
                </a:solidFill>
                <a:latin typeface="Cambria Math" pitchFamily="18" charset="0"/>
                <a:ea typeface="Cambria Math" pitchFamily="18" charset="0"/>
              </a:rPr>
              <a:t>Higher the un-saturation-lower the melting point……..</a:t>
            </a:r>
            <a:endParaRPr lang="en-GB" sz="2400" b="1" dirty="0">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23</a:t>
            </a:fld>
            <a:endParaRPr lang="en-US" dirty="0"/>
          </a:p>
        </p:txBody>
      </p:sp>
      <p:sp>
        <p:nvSpPr>
          <p:cNvPr id="4" name="Rectangle 3"/>
          <p:cNvSpPr txBox="1">
            <a:spLocks noChangeArrowheads="1"/>
          </p:cNvSpPr>
          <p:nvPr/>
        </p:nvSpPr>
        <p:spPr bwMode="auto">
          <a:xfrm>
            <a:off x="76200" y="457200"/>
            <a:ext cx="9067800" cy="5410200"/>
          </a:xfrm>
          <a:prstGeom prst="rect">
            <a:avLst/>
          </a:prstGeom>
          <a:noFill/>
          <a:ln w="9525">
            <a:noFill/>
            <a:miter lim="800000"/>
            <a:headEnd/>
            <a:tailEnd/>
          </a:ln>
        </p:spPr>
        <p:txBody>
          <a:bodyPr/>
          <a:lstStyle/>
          <a:p>
            <a:pPr algn="ctr"/>
            <a:r>
              <a:rPr lang="en-US" sz="2400" b="1" dirty="0"/>
              <a:t>Fats</a:t>
            </a:r>
            <a:endParaRPr lang="en-GB" sz="2400" dirty="0"/>
          </a:p>
          <a:p>
            <a:pPr algn="ctr"/>
            <a:r>
              <a:rPr lang="en-US" sz="2400" dirty="0"/>
              <a:t>Fats are solid at ordinary temperatures. Generally, fats are produced by animals. In animals, fats are stored in adipose cells. Fats are also important as cushions for body organs and as an insulating layer beneath skin.</a:t>
            </a:r>
          </a:p>
          <a:p>
            <a:pPr algn="ctr"/>
            <a:endParaRPr lang="en-GB" sz="2400" dirty="0"/>
          </a:p>
          <a:p>
            <a:pPr algn="ctr"/>
            <a:r>
              <a:rPr lang="en-GB" sz="2400" b="1" dirty="0"/>
              <a:t>Oils</a:t>
            </a:r>
            <a:r>
              <a:rPr lang="en-GB" sz="2400" dirty="0"/>
              <a:t> </a:t>
            </a:r>
          </a:p>
          <a:p>
            <a:pPr algn="ctr"/>
            <a:r>
              <a:rPr lang="en-GB" sz="2400" dirty="0"/>
              <a:t>Oils are liquid at ordinary temperatures. Generally, oils are produced by </a:t>
            </a:r>
            <a:r>
              <a:rPr lang="en-GB" sz="2400" u="sng" dirty="0"/>
              <a:t>plants</a:t>
            </a:r>
            <a:r>
              <a:rPr lang="en-GB" sz="2400" dirty="0"/>
              <a:t>. Some common </a:t>
            </a:r>
            <a:r>
              <a:rPr lang="en-GB" sz="2400" u="sng" dirty="0"/>
              <a:t>vegetable oils</a:t>
            </a:r>
            <a:r>
              <a:rPr lang="en-GB" sz="2400" dirty="0"/>
              <a:t> are peanut, soybean, and corn oil.</a:t>
            </a:r>
          </a:p>
          <a:p>
            <a:pPr algn="ctr"/>
            <a:r>
              <a:rPr lang="en-GB" sz="2400" dirty="0"/>
              <a:t> </a:t>
            </a:r>
          </a:p>
          <a:p>
            <a:pPr algn="ctr"/>
            <a:r>
              <a:rPr lang="en-GB" sz="2400" b="1" dirty="0"/>
              <a:t>Waxes</a:t>
            </a:r>
            <a:r>
              <a:rPr lang="en-GB" sz="2400" dirty="0"/>
              <a:t> </a:t>
            </a:r>
          </a:p>
          <a:p>
            <a:pPr algn="ctr"/>
            <a:r>
              <a:rPr lang="en-GB" sz="2400" dirty="0"/>
              <a:t>Both plants and animals produce waxes. The </a:t>
            </a:r>
            <a:r>
              <a:rPr lang="en-GB" sz="2400" u="sng" dirty="0"/>
              <a:t>waxy coating</a:t>
            </a:r>
            <a:r>
              <a:rPr lang="en-GB" sz="2400" dirty="0"/>
              <a:t> on some plants leaves is an example of plant waxes. </a:t>
            </a:r>
            <a:r>
              <a:rPr lang="en-GB" sz="2400" u="sng" dirty="0"/>
              <a:t>Beeswax</a:t>
            </a:r>
            <a:r>
              <a:rPr lang="en-GB" sz="2400" dirty="0"/>
              <a:t> is an example of a wax produced by an animal. </a:t>
            </a:r>
          </a:p>
        </p:txBody>
      </p:sp>
      <p:sp>
        <p:nvSpPr>
          <p:cNvPr id="5" name="Rectangle 4"/>
          <p:cNvSpPr/>
          <p:nvPr/>
        </p:nvSpPr>
        <p:spPr>
          <a:xfrm>
            <a:off x="1524000" y="6019800"/>
            <a:ext cx="5734390" cy="369332"/>
          </a:xfrm>
          <a:prstGeom prst="rect">
            <a:avLst/>
          </a:prstGeom>
        </p:spPr>
        <p:txBody>
          <a:bodyPr wrap="none">
            <a:spAutoFit/>
          </a:bodyPr>
          <a:lstStyle/>
          <a:p>
            <a:r>
              <a:rPr lang="en-GB" b="1" dirty="0">
                <a:solidFill>
                  <a:srgbClr val="FF0000"/>
                </a:solidFill>
              </a:rPr>
              <a:t>Recall the saturated and unsaturated FA in this context….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24</a:t>
            </a:fld>
            <a:endParaRPr lang="en-US"/>
          </a:p>
        </p:txBody>
      </p:sp>
      <p:sp>
        <p:nvSpPr>
          <p:cNvPr id="3" name="Content Placeholder 2"/>
          <p:cNvSpPr txBox="1">
            <a:spLocks/>
          </p:cNvSpPr>
          <p:nvPr/>
        </p:nvSpPr>
        <p:spPr>
          <a:xfrm>
            <a:off x="0" y="990600"/>
            <a:ext cx="9144000" cy="6019800"/>
          </a:xfrm>
          <a:prstGeom prst="rect">
            <a:avLst/>
          </a:prstGeom>
        </p:spPr>
        <p:txBody>
          <a:bodyPr>
            <a:normAutofit/>
          </a:bodyPr>
          <a:lstStyle/>
          <a:p>
            <a:pPr marL="514350" marR="0" lvl="0" indent="-514350" algn="l" defTabSz="914400" rtl="0" eaLnBrk="1" fontAlgn="auto" latinLnBrk="0" hangingPunct="1">
              <a:lnSpc>
                <a:spcPct val="100000"/>
              </a:lnSpc>
              <a:spcBef>
                <a:spcPct val="20000"/>
              </a:spcBef>
              <a:spcAft>
                <a:spcPts val="0"/>
              </a:spcAft>
              <a:buClrTx/>
              <a:buSzTx/>
              <a:buFont typeface="Wingdings" pitchFamily="2" charset="2"/>
              <a:buChar char="q"/>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Phospholipids are a variation on the </a:t>
            </a:r>
            <a:r>
              <a:rPr kumimoji="0" lang="en-US" sz="2400" b="0" i="0" u="none" strike="noStrike" kern="1200" cap="none" spc="0" normalizeH="0" baseline="0" noProof="0" dirty="0" err="1">
                <a:ln>
                  <a:noFill/>
                </a:ln>
                <a:solidFill>
                  <a:schemeClr val="tx1"/>
                </a:solidFill>
                <a:effectLst/>
                <a:uLnTx/>
                <a:uFillTx/>
                <a:latin typeface="+mn-lt"/>
                <a:ea typeface="+mn-ea"/>
                <a:cs typeface="+mn-cs"/>
              </a:rPr>
              <a:t>triacylglycerol</a:t>
            </a:r>
            <a:r>
              <a:rPr kumimoji="0" lang="en-US" sz="2400" b="0" i="0" u="none" strike="noStrike" kern="1200" cap="none" spc="0" normalizeH="0" baseline="0" noProof="0" dirty="0">
                <a:ln>
                  <a:noFill/>
                </a:ln>
                <a:solidFill>
                  <a:schemeClr val="tx1"/>
                </a:solidFill>
                <a:effectLst/>
                <a:uLnTx/>
                <a:uFillTx/>
                <a:latin typeface="+mn-lt"/>
                <a:ea typeface="+mn-ea"/>
                <a:cs typeface="+mn-cs"/>
              </a:rPr>
              <a:t> theme in which </a:t>
            </a:r>
          </a:p>
          <a:p>
            <a:pPr marL="841375" marR="0" lvl="1" indent="-5143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300" b="0" i="0" u="none" strike="noStrike" kern="1200" cap="none" spc="0" normalizeH="0" baseline="0" noProof="0" dirty="0">
                <a:ln>
                  <a:noFill/>
                </a:ln>
                <a:solidFill>
                  <a:schemeClr val="tx1"/>
                </a:solidFill>
                <a:effectLst/>
                <a:uLnTx/>
                <a:uFillTx/>
                <a:latin typeface="+mn-lt"/>
                <a:ea typeface="+mn-ea"/>
                <a:cs typeface="+mn-cs"/>
              </a:rPr>
              <a:t>One fatty acid is replaced with a phosphate group, which in turn is bound to additional functional groups</a:t>
            </a:r>
            <a:r>
              <a:rPr kumimoji="0" lang="en-US" sz="2400" b="0" i="0" u="none" strike="noStrike" kern="1200" cap="none" spc="0" normalizeH="0" baseline="0" noProof="0" dirty="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q"/>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Structurally and functionally, the important thing about phospholipids is that </a:t>
            </a:r>
          </a:p>
          <a:p>
            <a:pPr marL="742950" lvl="1" indent="-285750">
              <a:spcBef>
                <a:spcPct val="20000"/>
              </a:spcBef>
              <a:buFont typeface="Arial" pitchFamily="34" charset="0"/>
              <a:buChar char="–"/>
              <a:defRPr/>
            </a:pPr>
            <a:r>
              <a:rPr kumimoji="0" lang="en-US" sz="2300" b="0" i="0" u="none" strike="noStrike" kern="1200" cap="none" spc="0" normalizeH="0" baseline="0" noProof="0" dirty="0">
                <a:ln>
                  <a:noFill/>
                </a:ln>
                <a:solidFill>
                  <a:schemeClr val="tx1"/>
                </a:solidFill>
                <a:effectLst/>
                <a:uLnTx/>
                <a:uFillTx/>
                <a:latin typeface="+mn-lt"/>
                <a:ea typeface="+mn-ea"/>
                <a:cs typeface="+mn-cs"/>
              </a:rPr>
              <a:t>These molecules are simultaneously hydrophobic (at one end, the fatty acid end) and hydrophilic </a:t>
            </a:r>
            <a:br>
              <a:rPr kumimoji="0" lang="en-US" sz="2300" b="0" i="0" u="none" strike="noStrike" kern="1200" cap="none" spc="0" normalizeH="0" baseline="0" noProof="0" dirty="0">
                <a:ln>
                  <a:noFill/>
                </a:ln>
                <a:solidFill>
                  <a:schemeClr val="tx1"/>
                </a:solidFill>
                <a:effectLst/>
                <a:uLnTx/>
                <a:uFillTx/>
                <a:latin typeface="+mn-lt"/>
                <a:ea typeface="+mn-ea"/>
                <a:cs typeface="+mn-cs"/>
              </a:rPr>
            </a:br>
            <a:r>
              <a:rPr kumimoji="0" lang="en-US" sz="2300" b="0" i="0" u="none" strike="noStrike" kern="1200" cap="none" spc="0" normalizeH="0" baseline="0" noProof="0" dirty="0">
                <a:ln>
                  <a:noFill/>
                </a:ln>
                <a:solidFill>
                  <a:schemeClr val="tx1"/>
                </a:solidFill>
                <a:effectLst/>
                <a:uLnTx/>
                <a:uFillTx/>
                <a:latin typeface="+mn-lt"/>
                <a:ea typeface="+mn-ea"/>
                <a:cs typeface="+mn-cs"/>
              </a:rPr>
              <a:t>(at the other end, the phosphate end). </a:t>
            </a:r>
            <a:r>
              <a:rPr lang="en-GB" sz="2400" b="1" dirty="0" err="1"/>
              <a:t>Amphiphile</a:t>
            </a:r>
            <a:endParaRPr kumimoji="0" lang="en-US" sz="23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grpSp>
        <p:nvGrpSpPr>
          <p:cNvPr id="4" name="Group 6"/>
          <p:cNvGrpSpPr>
            <a:grpSpLocks/>
          </p:cNvGrpSpPr>
          <p:nvPr/>
        </p:nvGrpSpPr>
        <p:grpSpPr bwMode="auto">
          <a:xfrm>
            <a:off x="1828800" y="4114800"/>
            <a:ext cx="6119813" cy="2438400"/>
            <a:chOff x="228600" y="838200"/>
            <a:chExt cx="6119442" cy="2438400"/>
          </a:xfrm>
        </p:grpSpPr>
        <p:pic>
          <p:nvPicPr>
            <p:cNvPr id="5" name="Picture 5"/>
            <p:cNvPicPr>
              <a:picLocks noChangeAspect="1" noChangeArrowheads="1"/>
            </p:cNvPicPr>
            <p:nvPr/>
          </p:nvPicPr>
          <p:blipFill>
            <a:blip r:embed="rId2" cstate="print"/>
            <a:srcRect l="1370" t="16640"/>
            <a:stretch>
              <a:fillRect/>
            </a:stretch>
          </p:blipFill>
          <p:spPr bwMode="auto">
            <a:xfrm>
              <a:off x="228600" y="1066800"/>
              <a:ext cx="6119442" cy="2209800"/>
            </a:xfrm>
            <a:prstGeom prst="rect">
              <a:avLst/>
            </a:prstGeom>
            <a:noFill/>
            <a:ln w="9525">
              <a:noFill/>
              <a:miter lim="800000"/>
              <a:headEnd/>
              <a:tailEnd/>
            </a:ln>
          </p:spPr>
        </p:pic>
        <p:sp>
          <p:nvSpPr>
            <p:cNvPr id="6" name="Rectangle 5"/>
            <p:cNvSpPr/>
            <p:nvPr/>
          </p:nvSpPr>
          <p:spPr>
            <a:xfrm>
              <a:off x="2743048" y="838200"/>
              <a:ext cx="1219126" cy="60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7" name="Title 1"/>
          <p:cNvSpPr txBox="1">
            <a:spLocks/>
          </p:cNvSpPr>
          <p:nvPr/>
        </p:nvSpPr>
        <p:spPr>
          <a:xfrm>
            <a:off x="838200" y="228600"/>
            <a:ext cx="6553200" cy="762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Phospholipids</a:t>
            </a:r>
          </a:p>
        </p:txBody>
      </p:sp>
      <p:sp>
        <p:nvSpPr>
          <p:cNvPr id="8" name="Rectangle 7"/>
          <p:cNvSpPr/>
          <p:nvPr/>
        </p:nvSpPr>
        <p:spPr>
          <a:xfrm>
            <a:off x="4135822" y="6400800"/>
            <a:ext cx="4159857" cy="369332"/>
          </a:xfrm>
          <a:prstGeom prst="rect">
            <a:avLst/>
          </a:prstGeom>
        </p:spPr>
        <p:txBody>
          <a:bodyPr wrap="none">
            <a:spAutoFit/>
          </a:bodyPr>
          <a:lstStyle/>
          <a:p>
            <a:r>
              <a:rPr lang="en-US" b="1" dirty="0">
                <a:solidFill>
                  <a:srgbClr val="FF0000"/>
                </a:solidFill>
              </a:rPr>
              <a:t>Recall the cell membrane in this context…</a:t>
            </a:r>
            <a:endParaRPr lang="en-GB" b="1" dirty="0">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25</a:t>
            </a:fld>
            <a:endParaRPr lang="en-US"/>
          </a:p>
        </p:txBody>
      </p:sp>
      <p:pic>
        <p:nvPicPr>
          <p:cNvPr id="3" name="Picture 2" descr="Saturated-Fatty-Acids.gif"/>
          <p:cNvPicPr>
            <a:picLocks noChangeAspect="1"/>
          </p:cNvPicPr>
          <p:nvPr/>
        </p:nvPicPr>
        <p:blipFill>
          <a:blip r:embed="rId2" cstate="print"/>
          <a:srcRect b="11511"/>
          <a:stretch>
            <a:fillRect/>
          </a:stretch>
        </p:blipFill>
        <p:spPr>
          <a:xfrm>
            <a:off x="381000" y="3580756"/>
            <a:ext cx="5257800" cy="3277244"/>
          </a:xfrm>
          <a:prstGeom prst="rect">
            <a:avLst/>
          </a:prstGeom>
        </p:spPr>
      </p:pic>
      <p:pic>
        <p:nvPicPr>
          <p:cNvPr id="4" name="Picture 2"/>
          <p:cNvPicPr>
            <a:picLocks noChangeAspect="1" noChangeArrowheads="1"/>
          </p:cNvPicPr>
          <p:nvPr/>
        </p:nvPicPr>
        <p:blipFill>
          <a:blip r:embed="rId3" cstate="print"/>
          <a:srcRect r="8108" b="36906"/>
          <a:stretch>
            <a:fillRect/>
          </a:stretch>
        </p:blipFill>
        <p:spPr bwMode="auto">
          <a:xfrm>
            <a:off x="0" y="0"/>
            <a:ext cx="4343400" cy="3603532"/>
          </a:xfrm>
          <a:prstGeom prst="rect">
            <a:avLst/>
          </a:prstGeom>
          <a:noFill/>
          <a:ln w="9525">
            <a:noFill/>
            <a:miter lim="800000"/>
            <a:headEnd/>
            <a:tailEnd/>
          </a:ln>
        </p:spPr>
      </p:pic>
      <p:pic>
        <p:nvPicPr>
          <p:cNvPr id="5" name="Picture 2"/>
          <p:cNvPicPr>
            <a:picLocks noChangeAspect="1" noChangeArrowheads="1"/>
          </p:cNvPicPr>
          <p:nvPr/>
        </p:nvPicPr>
        <p:blipFill>
          <a:blip r:embed="rId3" cstate="print"/>
          <a:srcRect t="64865" b="-747"/>
          <a:stretch>
            <a:fillRect/>
          </a:stretch>
        </p:blipFill>
        <p:spPr bwMode="auto">
          <a:xfrm>
            <a:off x="4223137" y="1524000"/>
            <a:ext cx="4920863" cy="2133600"/>
          </a:xfrm>
          <a:prstGeom prst="rect">
            <a:avLst/>
          </a:prstGeom>
          <a:noFill/>
          <a:ln w="9525">
            <a:noFill/>
            <a:miter lim="800000"/>
            <a:headEnd/>
            <a:tailEnd/>
          </a:ln>
        </p:spPr>
      </p:pic>
      <p:sp>
        <p:nvSpPr>
          <p:cNvPr id="6" name="Rectangle 5"/>
          <p:cNvSpPr/>
          <p:nvPr/>
        </p:nvSpPr>
        <p:spPr>
          <a:xfrm>
            <a:off x="5791200" y="4648200"/>
            <a:ext cx="3433889" cy="369332"/>
          </a:xfrm>
          <a:prstGeom prst="rect">
            <a:avLst/>
          </a:prstGeom>
        </p:spPr>
        <p:txBody>
          <a:bodyPr wrap="none">
            <a:spAutoFit/>
          </a:bodyPr>
          <a:lstStyle/>
          <a:p>
            <a:r>
              <a:rPr lang="en-US" b="1" dirty="0">
                <a:solidFill>
                  <a:srgbClr val="FF0000"/>
                </a:solidFill>
              </a:rPr>
              <a:t>Here it goes…let’s think laterally..!</a:t>
            </a:r>
            <a:endParaRPr lang="en-GB"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26</a:t>
            </a:fld>
            <a:endParaRPr lang="en-US"/>
          </a:p>
        </p:txBody>
      </p:sp>
      <p:sp>
        <p:nvSpPr>
          <p:cNvPr id="3" name="Content Placeholder 2"/>
          <p:cNvSpPr txBox="1">
            <a:spLocks/>
          </p:cNvSpPr>
          <p:nvPr/>
        </p:nvSpPr>
        <p:spPr>
          <a:xfrm>
            <a:off x="152400" y="1143000"/>
            <a:ext cx="8686800" cy="4114800"/>
          </a:xfrm>
          <a:prstGeom prst="rect">
            <a:avLst/>
          </a:prstGeom>
        </p:spPr>
        <p:txBody>
          <a:bodyPr/>
          <a:lstStyle/>
          <a:p>
            <a:pPr marL="228600" marR="0" lvl="0"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All steroids possess a common ring structure.</a:t>
            </a:r>
          </a:p>
          <a:p>
            <a:pPr marL="228600" marR="0" lvl="0"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These ring structures vary by attached functional groups.</a:t>
            </a:r>
          </a:p>
          <a:p>
            <a:pPr marL="228600" marR="0" lvl="0"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Cholesterol is example of a steroid; cholesterol is a membrane component</a:t>
            </a:r>
          </a:p>
          <a:p>
            <a:pPr marL="228600" marR="0" lvl="0"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600" b="0" i="0" u="none" strike="noStrike" kern="1200" cap="none" spc="0" normalizeH="0" baseline="0" noProof="0" dirty="0">
                <a:ln>
                  <a:noFill/>
                </a:ln>
                <a:solidFill>
                  <a:schemeClr val="tx1"/>
                </a:solidFill>
                <a:effectLst/>
                <a:uLnTx/>
                <a:uFillTx/>
                <a:latin typeface="+mn-lt"/>
                <a:ea typeface="+mn-ea"/>
                <a:cs typeface="+mn-cs"/>
              </a:rPr>
              <a:t>The common steroid structure is the </a:t>
            </a:r>
            <a:br>
              <a:rPr kumimoji="0" lang="en-US" sz="2600" b="0" i="0" u="none" strike="noStrike" kern="1200" cap="none" spc="0" normalizeH="0" baseline="0" noProof="0" dirty="0">
                <a:ln>
                  <a:noFill/>
                </a:ln>
                <a:solidFill>
                  <a:schemeClr val="tx1"/>
                </a:solidFill>
                <a:effectLst/>
                <a:uLnTx/>
                <a:uFillTx/>
                <a:latin typeface="+mn-lt"/>
                <a:ea typeface="+mn-ea"/>
                <a:cs typeface="+mn-cs"/>
              </a:rPr>
            </a:br>
            <a:r>
              <a:rPr kumimoji="0" lang="en-US" sz="2600" b="0" i="0" u="none" strike="noStrike" kern="1200" cap="none" spc="0" normalizeH="0" baseline="0" noProof="0" dirty="0">
                <a:ln>
                  <a:noFill/>
                </a:ln>
                <a:solidFill>
                  <a:schemeClr val="tx1"/>
                </a:solidFill>
                <a:effectLst/>
                <a:uLnTx/>
                <a:uFillTx/>
                <a:latin typeface="+mn-lt"/>
                <a:ea typeface="+mn-ea"/>
                <a:cs typeface="+mn-cs"/>
              </a:rPr>
              <a:t>basis of sterol hormones including the </a:t>
            </a:r>
            <a:br>
              <a:rPr kumimoji="0" lang="en-US" sz="2600" b="0" i="0" u="none" strike="noStrike" kern="1200" cap="none" spc="0" normalizeH="0" baseline="0" noProof="0" dirty="0">
                <a:ln>
                  <a:noFill/>
                </a:ln>
                <a:solidFill>
                  <a:schemeClr val="tx1"/>
                </a:solidFill>
                <a:effectLst/>
                <a:uLnTx/>
                <a:uFillTx/>
                <a:latin typeface="+mn-lt"/>
                <a:ea typeface="+mn-ea"/>
                <a:cs typeface="+mn-cs"/>
              </a:rPr>
            </a:br>
            <a:r>
              <a:rPr kumimoji="0" lang="en-US" sz="2600" b="0" i="0" u="none" strike="noStrike" kern="1200" cap="none" spc="0" normalizeH="0" baseline="0" noProof="0" dirty="0">
                <a:ln>
                  <a:noFill/>
                </a:ln>
                <a:solidFill>
                  <a:schemeClr val="tx1"/>
                </a:solidFill>
                <a:effectLst/>
                <a:uLnTx/>
                <a:uFillTx/>
                <a:latin typeface="+mn-lt"/>
                <a:ea typeface="+mn-ea"/>
                <a:cs typeface="+mn-cs"/>
              </a:rPr>
              <a:t>human sex hormones </a:t>
            </a:r>
            <a:br>
              <a:rPr kumimoji="0" lang="en-US" sz="2600" b="0" i="0" u="none" strike="noStrike" kern="1200" cap="none" spc="0" normalizeH="0" baseline="0" noProof="0" dirty="0">
                <a:ln>
                  <a:noFill/>
                </a:ln>
                <a:solidFill>
                  <a:schemeClr val="tx1"/>
                </a:solidFill>
                <a:effectLst/>
                <a:uLnTx/>
                <a:uFillTx/>
                <a:latin typeface="+mn-lt"/>
                <a:ea typeface="+mn-ea"/>
                <a:cs typeface="+mn-cs"/>
              </a:rPr>
            </a:br>
            <a:r>
              <a:rPr kumimoji="0" lang="en-US" sz="2600" b="0" i="0" u="none" strike="noStrike" kern="1200" cap="none" spc="0" normalizeH="0" baseline="0" noProof="0" dirty="0">
                <a:ln>
                  <a:noFill/>
                </a:ln>
                <a:solidFill>
                  <a:schemeClr val="tx1"/>
                </a:solidFill>
                <a:effectLst/>
                <a:uLnTx/>
                <a:uFillTx/>
                <a:latin typeface="+mn-lt"/>
                <a:ea typeface="+mn-ea"/>
                <a:cs typeface="+mn-cs"/>
              </a:rPr>
              <a:t>(the estrogens and the </a:t>
            </a:r>
            <a:br>
              <a:rPr kumimoji="0" lang="en-US" sz="2600" b="0" i="0" u="none" strike="noStrike" kern="1200" cap="none" spc="0" normalizeH="0" baseline="0" noProof="0" dirty="0">
                <a:ln>
                  <a:noFill/>
                </a:ln>
                <a:solidFill>
                  <a:schemeClr val="tx1"/>
                </a:solidFill>
                <a:effectLst/>
                <a:uLnTx/>
                <a:uFillTx/>
                <a:latin typeface="+mn-lt"/>
                <a:ea typeface="+mn-ea"/>
                <a:cs typeface="+mn-cs"/>
              </a:rPr>
            </a:br>
            <a:r>
              <a:rPr kumimoji="0" lang="en-US" sz="2600" b="0" i="0" u="none" strike="noStrike" kern="1200" cap="none" spc="0" normalizeH="0" baseline="0" noProof="0" dirty="0">
                <a:ln>
                  <a:noFill/>
                </a:ln>
                <a:solidFill>
                  <a:schemeClr val="tx1"/>
                </a:solidFill>
                <a:effectLst/>
                <a:uLnTx/>
                <a:uFillTx/>
                <a:latin typeface="+mn-lt"/>
                <a:ea typeface="+mn-ea"/>
                <a:cs typeface="+mn-cs"/>
              </a:rPr>
              <a:t>androgens, including</a:t>
            </a:r>
          </a:p>
          <a:p>
            <a:pPr marL="228600" marR="0" lvl="0" indent="-228600" algn="l" defTabSz="914400" rtl="0" eaLnBrk="1" fontAlgn="auto" latinLnBrk="0" hangingPunct="1">
              <a:lnSpc>
                <a:spcPct val="100000"/>
              </a:lnSpc>
              <a:spcBef>
                <a:spcPct val="20000"/>
              </a:spcBef>
              <a:spcAft>
                <a:spcPts val="0"/>
              </a:spcAft>
              <a:buClrTx/>
              <a:buSzTx/>
              <a:tabLst/>
              <a:defRPr/>
            </a:pPr>
            <a:r>
              <a:rPr lang="en-US" sz="2600" dirty="0"/>
              <a:t>   </a:t>
            </a:r>
            <a:r>
              <a:rPr kumimoji="0" lang="en-US" sz="2600" b="0" i="0" u="none" strike="noStrike" kern="1200" cap="none" spc="0" normalizeH="0" baseline="0" noProof="0" dirty="0">
                <a:ln>
                  <a:noFill/>
                </a:ln>
                <a:solidFill>
                  <a:schemeClr val="tx1"/>
                </a:solidFill>
                <a:effectLst/>
                <a:uLnTx/>
                <a:uFillTx/>
                <a:latin typeface="+mn-lt"/>
                <a:ea typeface="+mn-ea"/>
                <a:cs typeface="+mn-cs"/>
              </a:rPr>
              <a:t>testosterone).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itle 1"/>
          <p:cNvSpPr txBox="1">
            <a:spLocks/>
          </p:cNvSpPr>
          <p:nvPr/>
        </p:nvSpPr>
        <p:spPr>
          <a:xfrm>
            <a:off x="838200" y="228600"/>
            <a:ext cx="6553200" cy="762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Steroids</a:t>
            </a:r>
          </a:p>
        </p:txBody>
      </p:sp>
      <p:pic>
        <p:nvPicPr>
          <p:cNvPr id="5" name="Picture 4" descr="048chol"/>
          <p:cNvPicPr>
            <a:picLocks noChangeAspect="1" noChangeArrowheads="1"/>
          </p:cNvPicPr>
          <p:nvPr/>
        </p:nvPicPr>
        <p:blipFill>
          <a:blip r:embed="rId2" cstate="print"/>
          <a:srcRect/>
          <a:stretch>
            <a:fillRect/>
          </a:stretch>
        </p:blipFill>
        <p:spPr bwMode="auto">
          <a:xfrm>
            <a:off x="4724400" y="4067175"/>
            <a:ext cx="4343400" cy="2714625"/>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27</a:t>
            </a:fld>
            <a:endParaRPr lang="en-US"/>
          </a:p>
        </p:txBody>
      </p:sp>
      <p:sp>
        <p:nvSpPr>
          <p:cNvPr id="3" name="Content Placeholder 2"/>
          <p:cNvSpPr txBox="1">
            <a:spLocks/>
          </p:cNvSpPr>
          <p:nvPr/>
        </p:nvSpPr>
        <p:spPr>
          <a:xfrm>
            <a:off x="152400" y="838200"/>
            <a:ext cx="8839200" cy="5867400"/>
          </a:xfrm>
          <a:prstGeom prst="rect">
            <a:avLst/>
          </a:prstGeom>
        </p:spPr>
        <p:txBody>
          <a:bodyPr>
            <a:normAutofit/>
          </a:bodyPr>
          <a:lstStyle/>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rgbClr val="FF3300"/>
                </a:solidFill>
                <a:effectLst/>
                <a:uLnTx/>
                <a:uFillTx/>
                <a:ea typeface="+mn-ea"/>
                <a:cs typeface="+mn-cs"/>
              </a:rPr>
              <a:t>Most of the lipid found in food is in the form of </a:t>
            </a:r>
            <a:r>
              <a:rPr kumimoji="0" lang="en-US" sz="3200" b="0" i="0" u="none" strike="noStrike" kern="1200" cap="none" spc="0" normalizeH="0" baseline="0" noProof="0" dirty="0" err="1">
                <a:ln>
                  <a:noFill/>
                </a:ln>
                <a:solidFill>
                  <a:srgbClr val="FF3300"/>
                </a:solidFill>
                <a:effectLst/>
                <a:uLnTx/>
                <a:uFillTx/>
                <a:ea typeface="+mn-ea"/>
                <a:cs typeface="+mn-cs"/>
              </a:rPr>
              <a:t>triacylglycerols</a:t>
            </a:r>
            <a:r>
              <a:rPr kumimoji="0" lang="en-US" sz="3200" b="0" i="0" u="none" strike="noStrike" kern="1200" cap="none" spc="0" normalizeH="0" baseline="0" noProof="0" dirty="0">
                <a:ln>
                  <a:noFill/>
                </a:ln>
                <a:solidFill>
                  <a:srgbClr val="FF3300"/>
                </a:solidFill>
                <a:effectLst/>
                <a:uLnTx/>
                <a:uFillTx/>
                <a:ea typeface="+mn-ea"/>
                <a:cs typeface="+mn-cs"/>
              </a:rPr>
              <a:t>, cholesterol and phospholipids</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rgbClr val="00B050"/>
                </a:solidFill>
                <a:effectLst/>
                <a:uLnTx/>
                <a:uFillTx/>
                <a:ea typeface="+mn-ea"/>
                <a:cs typeface="+mn-cs"/>
              </a:rPr>
              <a:t>A minimum amount of dietary fat is necessary to facilitate absorption of fat-soluble vitamins (A, D, E and K) and </a:t>
            </a:r>
            <a:r>
              <a:rPr kumimoji="0" lang="en-US" sz="3200" b="0" i="0" u="none" strike="noStrike" kern="1200" cap="none" spc="0" normalizeH="0" baseline="0" noProof="0" dirty="0" err="1">
                <a:ln>
                  <a:noFill/>
                </a:ln>
                <a:solidFill>
                  <a:srgbClr val="00B050"/>
                </a:solidFill>
                <a:effectLst/>
                <a:uLnTx/>
                <a:uFillTx/>
                <a:ea typeface="+mn-ea"/>
                <a:cs typeface="+mn-cs"/>
              </a:rPr>
              <a:t>carotenoids</a:t>
            </a:r>
            <a:endParaRPr kumimoji="0" lang="en-US" sz="3200" b="0" i="0" u="none" strike="noStrike" kern="1200" cap="none" spc="0" normalizeH="0" baseline="0" noProof="0" dirty="0">
              <a:ln>
                <a:noFill/>
              </a:ln>
              <a:solidFill>
                <a:srgbClr val="00B050"/>
              </a:solidFill>
              <a:effectLst/>
              <a:uLnTx/>
              <a:uFillTx/>
              <a:ea typeface="+mn-ea"/>
              <a:cs typeface="+mn-cs"/>
            </a:endParaRP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rgbClr val="0000FF"/>
                </a:solidFill>
                <a:effectLst/>
                <a:uLnTx/>
                <a:uFillTx/>
                <a:ea typeface="+mn-ea"/>
                <a:cs typeface="+mn-cs"/>
              </a:rPr>
              <a:t>Essential Fatty Acids</a:t>
            </a:r>
          </a:p>
          <a:p>
            <a:pPr marL="342900" marR="0" lvl="0" indent="-342900" algn="l" defTabSz="914400" rtl="0" eaLnBrk="1" fontAlgn="auto" latinLnBrk="0" hangingPunct="1">
              <a:lnSpc>
                <a:spcPct val="15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rgbClr val="0000FF"/>
                </a:solidFill>
                <a:effectLst/>
                <a:uLnTx/>
                <a:uFillTx/>
                <a:ea typeface="+mn-ea"/>
                <a:cs typeface="+mn-cs"/>
              </a:rPr>
              <a:t>Trans Fat </a:t>
            </a:r>
          </a:p>
        </p:txBody>
      </p:sp>
      <p:sp>
        <p:nvSpPr>
          <p:cNvPr id="4" name="Title 1"/>
          <p:cNvSpPr txBox="1">
            <a:spLocks/>
          </p:cNvSpPr>
          <p:nvPr/>
        </p:nvSpPr>
        <p:spPr>
          <a:xfrm>
            <a:off x="838200" y="228600"/>
            <a:ext cx="6553200" cy="762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Nutrition and Health</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28</a:t>
            </a:fld>
            <a:endParaRPr lang="en-US"/>
          </a:p>
        </p:txBody>
      </p:sp>
      <p:sp>
        <p:nvSpPr>
          <p:cNvPr id="3" name="Content Placeholder 2"/>
          <p:cNvSpPr txBox="1">
            <a:spLocks/>
          </p:cNvSpPr>
          <p:nvPr/>
        </p:nvSpPr>
        <p:spPr>
          <a:xfrm>
            <a:off x="304800" y="1143000"/>
            <a:ext cx="8686800" cy="5791200"/>
          </a:xfrm>
          <a:prstGeom prst="rect">
            <a:avLst/>
          </a:prstGeom>
        </p:spPr>
        <p:txBody>
          <a:bodyPr>
            <a:normAutofit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Limit total fat intake to less than 25–35% of your total calories each day;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Limit saturated fat intake to less than 7% of total daily calories;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Limit trans fat intake to less than 1% of total daily calories;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The remaining fat should come from sources of monounsaturated and polyunsaturated fats such as nuts, seeds, fish and vegetable oils; and </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3200" b="0" i="0" u="none" strike="noStrike" kern="1200" cap="none" spc="0" normalizeH="0" baseline="0" noProof="0" dirty="0">
                <a:ln>
                  <a:noFill/>
                </a:ln>
                <a:solidFill>
                  <a:schemeClr val="tx1"/>
                </a:solidFill>
                <a:effectLst/>
                <a:uLnTx/>
                <a:uFillTx/>
                <a:latin typeface="+mn-lt"/>
                <a:ea typeface="+mn-ea"/>
                <a:cs typeface="+mn-cs"/>
              </a:rPr>
              <a:t>Limit cholesterol intake to less than 300 mg per day, for most people</a:t>
            </a:r>
          </a:p>
        </p:txBody>
      </p:sp>
      <p:sp>
        <p:nvSpPr>
          <p:cNvPr id="4" name="Title 1"/>
          <p:cNvSpPr txBox="1">
            <a:spLocks/>
          </p:cNvSpPr>
          <p:nvPr/>
        </p:nvSpPr>
        <p:spPr>
          <a:xfrm>
            <a:off x="838200" y="228600"/>
            <a:ext cx="6553200" cy="762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The fat guidelines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29</a:t>
            </a:fld>
            <a:endParaRPr lang="en-US"/>
          </a:p>
        </p:txBody>
      </p:sp>
      <p:sp>
        <p:nvSpPr>
          <p:cNvPr id="3" name="Title 1"/>
          <p:cNvSpPr txBox="1">
            <a:spLocks/>
          </p:cNvSpPr>
          <p:nvPr/>
        </p:nvSpPr>
        <p:spPr>
          <a:xfrm>
            <a:off x="838200" y="228600"/>
            <a:ext cx="6553200" cy="762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Nucleic Acids</a:t>
            </a:r>
          </a:p>
        </p:txBody>
      </p:sp>
      <p:sp>
        <p:nvSpPr>
          <p:cNvPr id="4" name="Rectangle 3"/>
          <p:cNvSpPr>
            <a:spLocks noRot="1" noChangeArrowheads="1"/>
          </p:cNvSpPr>
          <p:nvPr/>
        </p:nvSpPr>
        <p:spPr bwMode="auto">
          <a:xfrm>
            <a:off x="304800" y="838200"/>
            <a:ext cx="8763000" cy="5867400"/>
          </a:xfrm>
          <a:prstGeom prst="rect">
            <a:avLst/>
          </a:prstGeom>
          <a:noFill/>
          <a:ln w="9525">
            <a:noFill/>
            <a:miter lim="800000"/>
            <a:headEnd/>
            <a:tailEnd/>
          </a:ln>
        </p:spPr>
        <p:txBody>
          <a:bodyPr/>
          <a:lstStyle/>
          <a:p>
            <a:pPr marL="342900" indent="-342900">
              <a:lnSpc>
                <a:spcPct val="150000"/>
              </a:lnSpc>
              <a:spcBef>
                <a:spcPct val="20000"/>
              </a:spcBef>
              <a:buFont typeface="Arial" pitchFamily="34" charset="0"/>
              <a:buChar char="•"/>
              <a:defRPr/>
            </a:pPr>
            <a:r>
              <a:rPr lang="en-US" sz="2800" b="1" dirty="0">
                <a:effectLst>
                  <a:outerShdw blurRad="38100" dist="38100" dir="2700000" algn="tl">
                    <a:srgbClr val="C0C0C0"/>
                  </a:outerShdw>
                </a:effectLst>
              </a:rPr>
              <a:t>The chemical link between generations</a:t>
            </a:r>
          </a:p>
          <a:p>
            <a:pPr marL="342900" indent="-342900">
              <a:lnSpc>
                <a:spcPct val="150000"/>
              </a:lnSpc>
              <a:spcBef>
                <a:spcPct val="20000"/>
              </a:spcBef>
              <a:buFont typeface="Arial" pitchFamily="34" charset="0"/>
              <a:buChar char="•"/>
              <a:defRPr/>
            </a:pPr>
            <a:r>
              <a:rPr lang="en-US" sz="2800" b="1" dirty="0">
                <a:effectLst>
                  <a:outerShdw blurRad="38100" dist="38100" dir="2700000" algn="tl">
                    <a:srgbClr val="C0C0C0"/>
                  </a:outerShdw>
                </a:effectLst>
              </a:rPr>
              <a:t>The source of </a:t>
            </a:r>
            <a:r>
              <a:rPr lang="en-US" sz="2800" b="1" dirty="0">
                <a:solidFill>
                  <a:srgbClr val="FF0000"/>
                </a:solidFill>
                <a:effectLst>
                  <a:outerShdw blurRad="38100" dist="38100" dir="2700000" algn="tl">
                    <a:srgbClr val="C0C0C0"/>
                  </a:outerShdw>
                </a:effectLst>
              </a:rPr>
              <a:t>genetic information in chromosomes</a:t>
            </a:r>
            <a:endParaRPr lang="en-US" sz="2800" b="1" dirty="0">
              <a:effectLst>
                <a:outerShdw blurRad="38100" dist="38100" dir="2700000" algn="tl">
                  <a:srgbClr val="C0C0C0"/>
                </a:outerShdw>
              </a:effectLst>
            </a:endParaRPr>
          </a:p>
          <a:p>
            <a:pPr marL="342900" indent="-342900">
              <a:lnSpc>
                <a:spcPct val="150000"/>
              </a:lnSpc>
              <a:spcBef>
                <a:spcPct val="20000"/>
              </a:spcBef>
              <a:buFont typeface="Arial" pitchFamily="34" charset="0"/>
              <a:buChar char="•"/>
              <a:defRPr/>
            </a:pPr>
            <a:r>
              <a:rPr lang="en-US" sz="2800" b="1" dirty="0">
                <a:effectLst>
                  <a:outerShdw blurRad="38100" dist="38100" dir="2700000" algn="tl">
                    <a:srgbClr val="C0C0C0"/>
                  </a:outerShdw>
                </a:effectLst>
              </a:rPr>
              <a:t>Dictate</a:t>
            </a:r>
            <a:r>
              <a:rPr lang="en-US" sz="2800" dirty="0">
                <a:effectLst>
                  <a:outerShdw blurRad="38100" dist="38100" dir="2700000" algn="tl">
                    <a:srgbClr val="C0C0C0"/>
                  </a:outerShdw>
                </a:effectLst>
              </a:rPr>
              <a:t> </a:t>
            </a:r>
            <a:r>
              <a:rPr lang="en-US" sz="2800" b="1" dirty="0">
                <a:solidFill>
                  <a:srgbClr val="FF0000"/>
                </a:solidFill>
                <a:effectLst>
                  <a:outerShdw blurRad="38100" dist="38100" dir="2700000" algn="tl">
                    <a:srgbClr val="C0C0C0"/>
                  </a:outerShdw>
                </a:effectLst>
              </a:rPr>
              <a:t>amino-acid sequence in proteins</a:t>
            </a:r>
            <a:endParaRPr lang="en-US" sz="2800" b="1" dirty="0">
              <a:effectLst>
                <a:outerShdw blurRad="38100" dist="38100" dir="2700000" algn="tl">
                  <a:srgbClr val="C0C0C0"/>
                </a:outerShdw>
              </a:effectLst>
            </a:endParaRPr>
          </a:p>
          <a:p>
            <a:pPr marL="342900" indent="-342900">
              <a:lnSpc>
                <a:spcPct val="150000"/>
              </a:lnSpc>
              <a:spcBef>
                <a:spcPct val="20000"/>
              </a:spcBef>
              <a:buFont typeface="Arial" pitchFamily="34" charset="0"/>
              <a:buChar char="•"/>
              <a:defRPr/>
            </a:pPr>
            <a:r>
              <a:rPr lang="en-US" sz="2800" b="1" dirty="0">
                <a:effectLst>
                  <a:outerShdw blurRad="38100" dist="38100" dir="2700000" algn="tl">
                    <a:srgbClr val="C0C0C0"/>
                  </a:outerShdw>
                </a:effectLst>
              </a:rPr>
              <a:t>Simple units called </a:t>
            </a:r>
            <a:r>
              <a:rPr lang="en-US" sz="2800" b="1" dirty="0">
                <a:solidFill>
                  <a:srgbClr val="FF0000"/>
                </a:solidFill>
                <a:effectLst>
                  <a:outerShdw blurRad="38100" dist="38100" dir="2700000" algn="tl">
                    <a:srgbClr val="C0C0C0"/>
                  </a:outerShdw>
                </a:effectLst>
              </a:rPr>
              <a:t>nucleotides</a:t>
            </a:r>
            <a:r>
              <a:rPr lang="en-US" sz="2800" b="1" dirty="0">
                <a:effectLst>
                  <a:outerShdw blurRad="38100" dist="38100" dir="2700000" algn="tl">
                    <a:srgbClr val="C0C0C0"/>
                  </a:outerShdw>
                </a:effectLst>
              </a:rPr>
              <a:t>, connected in long chains</a:t>
            </a:r>
          </a:p>
          <a:p>
            <a:pPr marL="342900" indent="-342900">
              <a:lnSpc>
                <a:spcPct val="150000"/>
              </a:lnSpc>
              <a:spcBef>
                <a:spcPct val="20000"/>
              </a:spcBef>
              <a:buFont typeface="Arial" pitchFamily="34" charset="0"/>
              <a:buChar char="•"/>
              <a:defRPr/>
            </a:pPr>
            <a:r>
              <a:rPr lang="en-US" sz="2800" b="1" dirty="0">
                <a:solidFill>
                  <a:schemeClr val="accent2"/>
                </a:solidFill>
                <a:effectLst>
                  <a:outerShdw blurRad="38100" dist="38100" dir="2700000" algn="tl">
                    <a:srgbClr val="C0C0C0"/>
                  </a:outerShdw>
                </a:effectLst>
              </a:rPr>
              <a:t>Nucleic acids </a:t>
            </a:r>
            <a:r>
              <a:rPr lang="en-US" sz="2800" dirty="0"/>
              <a:t>are composed of long chains of </a:t>
            </a:r>
            <a:r>
              <a:rPr lang="en-US" sz="2800" b="1" dirty="0">
                <a:solidFill>
                  <a:srgbClr val="333399"/>
                </a:solidFill>
                <a:effectLst>
                  <a:outerShdw blurRad="38100" dist="38100" dir="2700000" algn="tl">
                    <a:srgbClr val="C0C0C0"/>
                  </a:outerShdw>
                </a:effectLst>
              </a:rPr>
              <a:t>nucleotides</a:t>
            </a:r>
            <a:r>
              <a:rPr lang="en-US" sz="2800" dirty="0"/>
              <a:t> linked by </a:t>
            </a:r>
            <a:r>
              <a:rPr lang="en-US" sz="2800" b="1" dirty="0">
                <a:solidFill>
                  <a:srgbClr val="CC0000"/>
                </a:solidFill>
                <a:effectLst>
                  <a:outerShdw blurRad="38100" dist="38100" dir="2700000" algn="tl">
                    <a:srgbClr val="C0C0C0"/>
                  </a:outerShdw>
                </a:effectLst>
              </a:rPr>
              <a:t>dehydration synthesis</a:t>
            </a:r>
            <a:endParaRPr 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30</a:t>
            </a:fld>
            <a:endParaRPr lang="en-US"/>
          </a:p>
        </p:txBody>
      </p:sp>
      <p:sp>
        <p:nvSpPr>
          <p:cNvPr id="3" name="Rectangle 3"/>
          <p:cNvSpPr txBox="1">
            <a:spLocks noChangeArrowheads="1"/>
          </p:cNvSpPr>
          <p:nvPr/>
        </p:nvSpPr>
        <p:spPr>
          <a:xfrm>
            <a:off x="152400" y="1219200"/>
            <a:ext cx="8839200" cy="6019800"/>
          </a:xfrm>
          <a:prstGeom prst="rect">
            <a:avLst/>
          </a:prstGeom>
        </p:spPr>
        <p:txBody>
          <a:bodyPr vert="horz" lIns="91440" tIns="45720" rIns="91440" bIns="45720" rtlCol="0">
            <a:normAutofit fontScale="550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None/>
              <a:tabLst/>
              <a:defRPr/>
            </a:pPr>
            <a:r>
              <a:rPr kumimoji="0" lang="en-US" sz="3800" b="1" i="0" u="none" strike="noStrike" kern="1200" cap="none" spc="0" normalizeH="0" baseline="0" noProof="0" dirty="0">
                <a:ln>
                  <a:noFill/>
                </a:ln>
                <a:solidFill>
                  <a:srgbClr val="CC0000"/>
                </a:solidFill>
                <a:uLnTx/>
                <a:uFillTx/>
                <a:ea typeface="+mn-ea"/>
                <a:cs typeface="+mn-cs"/>
              </a:rPr>
              <a:t>Two types:</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3800" b="0" i="0" u="none" strike="noStrike" kern="1200" cap="none" spc="0" normalizeH="0" baseline="0" noProof="0" dirty="0">
                <a:ln>
                  <a:noFill/>
                </a:ln>
                <a:solidFill>
                  <a:schemeClr val="tx1"/>
                </a:solidFill>
                <a:uLnTx/>
                <a:uFillTx/>
                <a:ea typeface="+mn-ea"/>
                <a:cs typeface="+mn-cs"/>
              </a:rPr>
              <a:t>		</a:t>
            </a:r>
            <a:r>
              <a:rPr kumimoji="0" lang="en-US" sz="3800" b="1" i="0" u="none" strike="noStrike" kern="1200" cap="none" spc="0" normalizeH="0" baseline="0" noProof="0" dirty="0">
                <a:ln>
                  <a:noFill/>
                </a:ln>
                <a:solidFill>
                  <a:srgbClr val="333399"/>
                </a:solidFill>
                <a:uLnTx/>
                <a:uFillTx/>
                <a:ea typeface="+mn-ea"/>
                <a:cs typeface="+mn-cs"/>
              </a:rPr>
              <a:t>a. Deoxyribonucleic acid (DNA-double helix)</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US" sz="3800" b="1" i="0" u="none" strike="noStrike" kern="1200" cap="none" spc="0" normalizeH="0" baseline="0" noProof="0" dirty="0">
                <a:ln>
                  <a:noFill/>
                </a:ln>
                <a:solidFill>
                  <a:srgbClr val="333399"/>
                </a:solidFill>
                <a:uLnTx/>
                <a:uFillTx/>
                <a:ea typeface="+mn-ea"/>
                <a:cs typeface="+mn-cs"/>
              </a:rPr>
              <a:t>	   	b. Ribonucleic acid (RNA-single strand)</a:t>
            </a:r>
          </a:p>
          <a:p>
            <a:pPr marL="342900" marR="0" lvl="0" indent="-342900" algn="l" defTabSz="914400" rtl="0" eaLnBrk="1" fontAlgn="auto" latinLnBrk="0" hangingPunct="1">
              <a:lnSpc>
                <a:spcPct val="150000"/>
              </a:lnSpc>
              <a:spcBef>
                <a:spcPct val="20000"/>
              </a:spcBef>
              <a:spcAft>
                <a:spcPts val="0"/>
              </a:spcAft>
              <a:buClrTx/>
              <a:buSzTx/>
              <a:buFontTx/>
              <a:buNone/>
              <a:tabLst/>
              <a:defRPr/>
            </a:pPr>
            <a:r>
              <a:rPr kumimoji="0" lang="en-US" sz="3800" b="1" i="0" u="none" strike="noStrike" kern="1200" cap="none" spc="0" normalizeH="0" baseline="0" noProof="0" dirty="0">
                <a:ln>
                  <a:noFill/>
                </a:ln>
                <a:solidFill>
                  <a:srgbClr val="FF0000"/>
                </a:solidFill>
                <a:uLnTx/>
                <a:uFillTx/>
                <a:ea typeface="+mn-ea"/>
                <a:cs typeface="+mn-cs"/>
              </a:rPr>
              <a:t>Nucleotides</a:t>
            </a:r>
            <a:r>
              <a:rPr kumimoji="0" lang="en-US" sz="3800" b="1" i="0" u="none" strike="noStrike" kern="1200" cap="none" spc="0" normalizeH="0" baseline="0" noProof="0" dirty="0">
                <a:ln>
                  <a:noFill/>
                </a:ln>
                <a:solidFill>
                  <a:schemeClr val="tx1"/>
                </a:solidFill>
                <a:uLnTx/>
                <a:uFillTx/>
                <a:ea typeface="+mn-ea"/>
                <a:cs typeface="+mn-cs"/>
              </a:rPr>
              <a:t> </a:t>
            </a:r>
            <a:r>
              <a:rPr kumimoji="0" lang="en-US" sz="3800" b="1" i="0" u="none" strike="noStrike" kern="1200" cap="none" spc="0" normalizeH="0" baseline="0" noProof="0" dirty="0">
                <a:ln>
                  <a:noFill/>
                </a:ln>
                <a:solidFill>
                  <a:srgbClr val="FF0000"/>
                </a:solidFill>
                <a:uLnTx/>
                <a:uFillTx/>
                <a:ea typeface="+mn-ea"/>
                <a:cs typeface="+mn-cs"/>
              </a:rPr>
              <a:t>have 3 parts:</a:t>
            </a:r>
          </a:p>
          <a:p>
            <a:pPr marL="342900" marR="0" lvl="0" indent="-342900" algn="l" defTabSz="914400" rtl="0" eaLnBrk="1" fontAlgn="auto" latinLnBrk="0" hangingPunct="1">
              <a:lnSpc>
                <a:spcPct val="150000"/>
              </a:lnSpc>
              <a:spcBef>
                <a:spcPct val="20000"/>
              </a:spcBef>
              <a:spcAft>
                <a:spcPts val="0"/>
              </a:spcAft>
              <a:buClrTx/>
              <a:buSzTx/>
              <a:buFontTx/>
              <a:buNone/>
              <a:tabLst/>
              <a:defRPr/>
            </a:pPr>
            <a:r>
              <a:rPr kumimoji="0" lang="en-US" sz="3800" b="1" i="0" u="none" strike="noStrike" kern="1200" cap="none" spc="0" normalizeH="0" baseline="0" noProof="0" dirty="0">
                <a:ln>
                  <a:noFill/>
                </a:ln>
                <a:solidFill>
                  <a:schemeClr val="tx1"/>
                </a:solidFill>
                <a:uLnTx/>
                <a:uFillTx/>
                <a:ea typeface="+mn-ea"/>
                <a:cs typeface="+mn-cs"/>
              </a:rPr>
              <a:t>		1- </a:t>
            </a:r>
            <a:r>
              <a:rPr kumimoji="0" lang="en-US" sz="3800" b="1" i="0" u="none" strike="noStrike" kern="1200" cap="none" spc="0" normalizeH="0" baseline="0" noProof="0" dirty="0">
                <a:ln>
                  <a:noFill/>
                </a:ln>
                <a:solidFill>
                  <a:srgbClr val="0000FF"/>
                </a:solidFill>
                <a:uLnTx/>
                <a:uFillTx/>
                <a:ea typeface="+mn-ea"/>
                <a:cs typeface="+mn-cs"/>
              </a:rPr>
              <a:t>phosphate group (P)</a:t>
            </a:r>
          </a:p>
          <a:p>
            <a:pPr marL="342900" marR="0" lvl="0" indent="-342900" algn="l" defTabSz="914400" rtl="0" eaLnBrk="1" fontAlgn="auto" latinLnBrk="0" hangingPunct="1">
              <a:lnSpc>
                <a:spcPct val="150000"/>
              </a:lnSpc>
              <a:spcBef>
                <a:spcPct val="20000"/>
              </a:spcBef>
              <a:spcAft>
                <a:spcPts val="0"/>
              </a:spcAft>
              <a:buClrTx/>
              <a:buSzTx/>
              <a:buFontTx/>
              <a:buNone/>
              <a:tabLst/>
              <a:defRPr/>
            </a:pPr>
            <a:r>
              <a:rPr kumimoji="0" lang="en-US" sz="3800" b="1" i="0" u="none" strike="noStrike" kern="1200" cap="none" spc="0" normalizeH="0" baseline="0" noProof="0" dirty="0">
                <a:ln>
                  <a:noFill/>
                </a:ln>
                <a:solidFill>
                  <a:schemeClr val="tx1"/>
                </a:solidFill>
                <a:uLnTx/>
                <a:uFillTx/>
                <a:ea typeface="+mn-ea"/>
                <a:cs typeface="+mn-cs"/>
              </a:rPr>
              <a:t>		2- </a:t>
            </a:r>
            <a:r>
              <a:rPr kumimoji="0" lang="en-US" sz="3800" b="1" i="0" u="none" strike="noStrike" kern="1200" cap="none" spc="0" normalizeH="0" baseline="0" noProof="0" dirty="0">
                <a:ln>
                  <a:noFill/>
                </a:ln>
                <a:solidFill>
                  <a:srgbClr val="FF3300"/>
                </a:solidFill>
                <a:uLnTx/>
                <a:uFillTx/>
                <a:ea typeface="+mn-ea"/>
                <a:cs typeface="+mn-cs"/>
              </a:rPr>
              <a:t>pentose sugar (5-carbon)	</a:t>
            </a:r>
          </a:p>
          <a:p>
            <a:pPr marL="342900" marR="0" lvl="0" indent="-342900" algn="l" defTabSz="914400" rtl="0" eaLnBrk="1" fontAlgn="auto" latinLnBrk="0" hangingPunct="1">
              <a:lnSpc>
                <a:spcPct val="150000"/>
              </a:lnSpc>
              <a:spcBef>
                <a:spcPct val="20000"/>
              </a:spcBef>
              <a:spcAft>
                <a:spcPts val="0"/>
              </a:spcAft>
              <a:buClrTx/>
              <a:buSzTx/>
              <a:buFontTx/>
              <a:buNone/>
              <a:tabLst/>
              <a:defRPr/>
            </a:pPr>
            <a:r>
              <a:rPr kumimoji="0" lang="en-US" sz="3800" b="1" i="0" u="none" strike="noStrike" kern="1200" cap="none" spc="0" normalizeH="0" baseline="0" noProof="0" dirty="0">
                <a:ln>
                  <a:noFill/>
                </a:ln>
                <a:solidFill>
                  <a:schemeClr val="tx1"/>
                </a:solidFill>
                <a:uLnTx/>
                <a:uFillTx/>
                <a:ea typeface="+mn-ea"/>
                <a:cs typeface="+mn-cs"/>
              </a:rPr>
              <a:t>		3- </a:t>
            </a:r>
            <a:r>
              <a:rPr kumimoji="0" lang="en-US" sz="3800" b="1" i="0" u="none" strike="noStrike" kern="1200" cap="none" spc="0" normalizeH="0" baseline="0" noProof="0" dirty="0">
                <a:ln>
                  <a:noFill/>
                </a:ln>
                <a:solidFill>
                  <a:srgbClr val="00B050"/>
                </a:solidFill>
                <a:uLnTx/>
                <a:uFillTx/>
                <a:ea typeface="+mn-ea"/>
                <a:cs typeface="+mn-cs"/>
              </a:rPr>
              <a:t>nitrogenous bases:</a:t>
            </a:r>
          </a:p>
          <a:p>
            <a:pPr marL="342900" marR="0" lvl="0" indent="-342900" algn="l" defTabSz="914400" rtl="0" eaLnBrk="1" fontAlgn="auto" latinLnBrk="0" hangingPunct="1">
              <a:lnSpc>
                <a:spcPct val="150000"/>
              </a:lnSpc>
              <a:spcBef>
                <a:spcPct val="20000"/>
              </a:spcBef>
              <a:spcAft>
                <a:spcPts val="0"/>
              </a:spcAft>
              <a:buClrTx/>
              <a:buSzTx/>
              <a:buFontTx/>
              <a:buNone/>
              <a:tabLst/>
              <a:defRPr/>
            </a:pPr>
            <a:r>
              <a:rPr kumimoji="0" lang="en-US" sz="3800" b="1" i="0" u="none" strike="noStrike" kern="1200" cap="none" spc="0" normalizeH="0" baseline="0" noProof="0" dirty="0">
                <a:ln>
                  <a:noFill/>
                </a:ln>
                <a:solidFill>
                  <a:schemeClr val="tx1"/>
                </a:solidFill>
                <a:uLnTx/>
                <a:uFillTx/>
                <a:ea typeface="+mn-ea"/>
                <a:cs typeface="+mn-cs"/>
              </a:rPr>
              <a:t>				</a:t>
            </a:r>
            <a:r>
              <a:rPr kumimoji="0" lang="en-US" sz="3800" b="1" i="0" u="none" strike="noStrike" kern="1200" cap="none" spc="0" normalizeH="0" baseline="0" noProof="0" dirty="0">
                <a:ln>
                  <a:noFill/>
                </a:ln>
                <a:solidFill>
                  <a:srgbClr val="FF9900"/>
                </a:solidFill>
                <a:uLnTx/>
                <a:uFillTx/>
                <a:ea typeface="+mn-ea"/>
                <a:cs typeface="+mn-cs"/>
              </a:rPr>
              <a:t>adenine (A)</a:t>
            </a:r>
          </a:p>
          <a:p>
            <a:pPr marL="342900" marR="0" lvl="0" indent="-342900" algn="l" defTabSz="914400" rtl="0" eaLnBrk="1" fontAlgn="auto" latinLnBrk="0" hangingPunct="1">
              <a:lnSpc>
                <a:spcPct val="150000"/>
              </a:lnSpc>
              <a:spcBef>
                <a:spcPct val="20000"/>
              </a:spcBef>
              <a:spcAft>
                <a:spcPts val="0"/>
              </a:spcAft>
              <a:buClrTx/>
              <a:buSzTx/>
              <a:buFontTx/>
              <a:buNone/>
              <a:tabLst/>
              <a:defRPr/>
            </a:pPr>
            <a:r>
              <a:rPr kumimoji="0" lang="en-US" sz="3800" b="1" i="0" u="none" strike="noStrike" kern="1200" cap="none" spc="0" normalizeH="0" baseline="0" noProof="0" dirty="0">
                <a:ln>
                  <a:noFill/>
                </a:ln>
                <a:solidFill>
                  <a:schemeClr val="tx1"/>
                </a:solidFill>
                <a:uLnTx/>
                <a:uFillTx/>
                <a:ea typeface="+mn-ea"/>
                <a:cs typeface="+mn-cs"/>
              </a:rPr>
              <a:t>				</a:t>
            </a:r>
            <a:r>
              <a:rPr kumimoji="0" lang="en-US" sz="3800" b="1" i="0" u="none" strike="noStrike" kern="1200" cap="none" spc="0" normalizeH="0" baseline="0" noProof="0" dirty="0">
                <a:ln>
                  <a:noFill/>
                </a:ln>
                <a:solidFill>
                  <a:srgbClr val="CC0000"/>
                </a:solidFill>
                <a:uLnTx/>
                <a:uFillTx/>
                <a:ea typeface="+mn-ea"/>
                <a:cs typeface="+mn-cs"/>
              </a:rPr>
              <a:t>thymine (T) DNA only</a:t>
            </a:r>
          </a:p>
          <a:p>
            <a:pPr marL="342900" marR="0" lvl="0" indent="-342900" algn="l" defTabSz="914400" rtl="0" eaLnBrk="1" fontAlgn="auto" latinLnBrk="0" hangingPunct="1">
              <a:lnSpc>
                <a:spcPct val="150000"/>
              </a:lnSpc>
              <a:spcBef>
                <a:spcPct val="20000"/>
              </a:spcBef>
              <a:spcAft>
                <a:spcPts val="0"/>
              </a:spcAft>
              <a:buClrTx/>
              <a:buSzTx/>
              <a:buFontTx/>
              <a:buNone/>
              <a:tabLst/>
              <a:defRPr/>
            </a:pPr>
            <a:r>
              <a:rPr kumimoji="0" lang="en-US" sz="3800" b="1" i="0" u="none" strike="noStrike" kern="1200" cap="none" spc="0" normalizeH="0" baseline="0" noProof="0" dirty="0">
                <a:ln>
                  <a:noFill/>
                </a:ln>
                <a:solidFill>
                  <a:srgbClr val="CC0000"/>
                </a:solidFill>
                <a:uLnTx/>
                <a:uFillTx/>
                <a:ea typeface="+mn-ea"/>
                <a:cs typeface="+mn-cs"/>
              </a:rPr>
              <a:t>				</a:t>
            </a:r>
            <a:r>
              <a:rPr kumimoji="0" lang="en-US" sz="3800" b="1" i="0" u="none" strike="noStrike" kern="1200" cap="none" spc="0" normalizeH="0" baseline="0" noProof="0" dirty="0" err="1">
                <a:ln>
                  <a:noFill/>
                </a:ln>
                <a:solidFill>
                  <a:srgbClr val="9900CC"/>
                </a:solidFill>
                <a:uLnTx/>
                <a:uFillTx/>
                <a:ea typeface="+mn-ea"/>
                <a:cs typeface="+mn-cs"/>
              </a:rPr>
              <a:t>uracil</a:t>
            </a:r>
            <a:r>
              <a:rPr kumimoji="0" lang="en-US" sz="3800" b="1" i="0" u="none" strike="noStrike" kern="1200" cap="none" spc="0" normalizeH="0" baseline="0" noProof="0" dirty="0">
                <a:ln>
                  <a:noFill/>
                </a:ln>
                <a:solidFill>
                  <a:srgbClr val="9900CC"/>
                </a:solidFill>
                <a:uLnTx/>
                <a:uFillTx/>
                <a:ea typeface="+mn-ea"/>
                <a:cs typeface="+mn-cs"/>
              </a:rPr>
              <a:t> (U) RNA only</a:t>
            </a:r>
          </a:p>
          <a:p>
            <a:pPr marL="342900" marR="0" lvl="0" indent="-342900" algn="l" defTabSz="914400" rtl="0" eaLnBrk="1" fontAlgn="auto" latinLnBrk="0" hangingPunct="1">
              <a:lnSpc>
                <a:spcPct val="150000"/>
              </a:lnSpc>
              <a:spcBef>
                <a:spcPct val="20000"/>
              </a:spcBef>
              <a:spcAft>
                <a:spcPts val="0"/>
              </a:spcAft>
              <a:buClrTx/>
              <a:buSzTx/>
              <a:buFontTx/>
              <a:buNone/>
              <a:tabLst/>
              <a:defRPr/>
            </a:pPr>
            <a:r>
              <a:rPr kumimoji="0" lang="en-US" sz="3800" b="1" i="0" u="none" strike="noStrike" kern="1200" cap="none" spc="0" normalizeH="0" baseline="0" noProof="0" dirty="0">
                <a:ln>
                  <a:noFill/>
                </a:ln>
                <a:solidFill>
                  <a:schemeClr val="tx1"/>
                </a:solidFill>
                <a:uLnTx/>
                <a:uFillTx/>
                <a:ea typeface="+mn-ea"/>
                <a:cs typeface="+mn-cs"/>
              </a:rPr>
              <a:t>				</a:t>
            </a:r>
            <a:r>
              <a:rPr kumimoji="0" lang="en-US" sz="3800" b="1" i="0" u="none" strike="noStrike" kern="1200" cap="none" spc="0" normalizeH="0" baseline="0" noProof="0" dirty="0">
                <a:ln>
                  <a:noFill/>
                </a:ln>
                <a:solidFill>
                  <a:schemeClr val="accent2"/>
                </a:solidFill>
                <a:uLnTx/>
                <a:uFillTx/>
                <a:ea typeface="+mn-ea"/>
                <a:cs typeface="+mn-cs"/>
              </a:rPr>
              <a:t>cytosine (C)</a:t>
            </a:r>
            <a:endParaRPr kumimoji="0" lang="en-US" sz="3800" b="1" i="0" u="none" strike="noStrike" kern="1200" cap="none" spc="0" normalizeH="0" baseline="0" noProof="0" dirty="0">
              <a:ln>
                <a:noFill/>
              </a:ln>
              <a:solidFill>
                <a:schemeClr val="tx1"/>
              </a:solidFill>
              <a:uLnTx/>
              <a:uFillTx/>
              <a:ea typeface="+mn-ea"/>
              <a:cs typeface="+mn-cs"/>
            </a:endParaRPr>
          </a:p>
          <a:p>
            <a:pPr marL="342900" marR="0" lvl="0" indent="-342900" algn="l" defTabSz="914400" rtl="0" eaLnBrk="1" fontAlgn="auto" latinLnBrk="0" hangingPunct="1">
              <a:lnSpc>
                <a:spcPct val="150000"/>
              </a:lnSpc>
              <a:spcBef>
                <a:spcPct val="20000"/>
              </a:spcBef>
              <a:spcAft>
                <a:spcPts val="0"/>
              </a:spcAft>
              <a:buClrTx/>
              <a:buSzTx/>
              <a:buFontTx/>
              <a:buNone/>
              <a:tabLst/>
              <a:defRPr/>
            </a:pPr>
            <a:r>
              <a:rPr kumimoji="0" lang="en-US" sz="3800" b="1" i="0" u="none" strike="noStrike" kern="1200" cap="none" spc="0" normalizeH="0" baseline="0" noProof="0" dirty="0">
                <a:ln>
                  <a:noFill/>
                </a:ln>
                <a:solidFill>
                  <a:schemeClr val="tx1"/>
                </a:solidFill>
                <a:uLnTx/>
                <a:uFillTx/>
                <a:ea typeface="+mn-ea"/>
                <a:cs typeface="+mn-cs"/>
              </a:rPr>
              <a:t>				</a:t>
            </a:r>
            <a:r>
              <a:rPr kumimoji="0" lang="en-US" sz="3800" b="1" i="0" u="none" strike="noStrike" kern="1200" cap="none" spc="0" normalizeH="0" baseline="0" noProof="0" dirty="0">
                <a:ln>
                  <a:noFill/>
                </a:ln>
                <a:solidFill>
                  <a:srgbClr val="000066"/>
                </a:solidFill>
                <a:uLnTx/>
                <a:uFillTx/>
                <a:ea typeface="+mn-ea"/>
                <a:cs typeface="+mn-cs"/>
              </a:rPr>
              <a:t>guanine (G)</a:t>
            </a:r>
          </a:p>
          <a:p>
            <a:pPr marL="342900" marR="0" lvl="0" indent="-342900" algn="l" defTabSz="914400" rtl="0" eaLnBrk="1" fontAlgn="auto" latinLnBrk="0" hangingPunct="1">
              <a:lnSpc>
                <a:spcPct val="90000"/>
              </a:lnSpc>
              <a:spcBef>
                <a:spcPct val="20000"/>
              </a:spcBef>
              <a:spcAft>
                <a:spcPts val="0"/>
              </a:spcAft>
              <a:buClrTx/>
              <a:buSzTx/>
              <a:buFontTx/>
              <a:buNone/>
              <a:tabLst/>
              <a:defRPr/>
            </a:pPr>
            <a:endParaRPr kumimoji="0" lang="en-US" sz="28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Comic Sans MS" pitchFamily="66" charset="0"/>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Tx/>
              <a:buNone/>
              <a:tabLst/>
              <a:defRPr/>
            </a:pPr>
            <a:endParaRPr kumimoji="0" lang="en-US" sz="2800" b="1" i="0" u="none" strike="noStrike" kern="1200" cap="none" spc="0" normalizeH="0" baseline="0" noProof="0" dirty="0">
              <a:ln>
                <a:noFill/>
              </a:ln>
              <a:solidFill>
                <a:srgbClr val="333399"/>
              </a:solidFill>
              <a:effectLst>
                <a:outerShdw blurRad="38100" dist="38100" dir="2700000" algn="tl">
                  <a:srgbClr val="C0C0C0"/>
                </a:outerShdw>
              </a:effectLst>
              <a:uLnTx/>
              <a:uFillTx/>
              <a:latin typeface="Arial Rounded MT Bold" pitchFamily="34" charset="0"/>
              <a:ea typeface="+mn-ea"/>
              <a:cs typeface="+mn-cs"/>
            </a:endParaRPr>
          </a:p>
        </p:txBody>
      </p:sp>
      <p:sp>
        <p:nvSpPr>
          <p:cNvPr id="4" name="Title 1"/>
          <p:cNvSpPr txBox="1">
            <a:spLocks/>
          </p:cNvSpPr>
          <p:nvPr/>
        </p:nvSpPr>
        <p:spPr>
          <a:xfrm>
            <a:off x="838200" y="228600"/>
            <a:ext cx="6553200" cy="762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Nucleic Acids</a:t>
            </a:r>
          </a:p>
        </p:txBody>
      </p:sp>
      <p:pic>
        <p:nvPicPr>
          <p:cNvPr id="5" name="Picture 2"/>
          <p:cNvPicPr>
            <a:picLocks noChangeAspect="1" noChangeArrowheads="1"/>
          </p:cNvPicPr>
          <p:nvPr/>
        </p:nvPicPr>
        <p:blipFill>
          <a:blip r:embed="rId2" cstate="print"/>
          <a:srcRect l="1476" t="22668" r="69463" b="28355"/>
          <a:stretch>
            <a:fillRect/>
          </a:stretch>
        </p:blipFill>
        <p:spPr bwMode="auto">
          <a:xfrm>
            <a:off x="5638800" y="3429000"/>
            <a:ext cx="3248025" cy="2438400"/>
          </a:xfrm>
          <a:prstGeom prst="rect">
            <a:avLst/>
          </a:prstGeom>
          <a:ln w="3175" cap="sq" cmpd="thickThin">
            <a:solidFill>
              <a:srgbClr val="000000"/>
            </a:solidFill>
            <a:prstDash val="solid"/>
            <a:miter lim="800000"/>
          </a:ln>
          <a:effectLst>
            <a:innerShdw blurRad="76200">
              <a:srgbClr val="000000"/>
            </a:innerShdw>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31</a:t>
            </a:fld>
            <a:endParaRPr lang="en-US"/>
          </a:p>
        </p:txBody>
      </p:sp>
      <p:sp>
        <p:nvSpPr>
          <p:cNvPr id="3" name="Title 1"/>
          <p:cNvSpPr txBox="1">
            <a:spLocks/>
          </p:cNvSpPr>
          <p:nvPr/>
        </p:nvSpPr>
        <p:spPr>
          <a:xfrm>
            <a:off x="838200" y="228600"/>
            <a:ext cx="6553200" cy="762000"/>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tx1"/>
                </a:solidFill>
                <a:effectLst/>
                <a:uLnTx/>
                <a:uFillTx/>
                <a:latin typeface="+mj-lt"/>
                <a:ea typeface="+mj-ea"/>
                <a:cs typeface="+mj-cs"/>
              </a:rPr>
              <a:t>Nucleic Acids</a:t>
            </a:r>
          </a:p>
        </p:txBody>
      </p:sp>
      <p:sp>
        <p:nvSpPr>
          <p:cNvPr id="4" name="Rectangle 3"/>
          <p:cNvSpPr>
            <a:spLocks noRot="1" noChangeArrowheads="1"/>
          </p:cNvSpPr>
          <p:nvPr/>
        </p:nvSpPr>
        <p:spPr bwMode="auto">
          <a:xfrm>
            <a:off x="304800" y="838200"/>
            <a:ext cx="8763000" cy="5867400"/>
          </a:xfrm>
          <a:prstGeom prst="rect">
            <a:avLst/>
          </a:prstGeom>
          <a:noFill/>
          <a:ln w="9525">
            <a:noFill/>
            <a:miter lim="800000"/>
            <a:headEnd/>
            <a:tailEnd/>
          </a:ln>
        </p:spPr>
        <p:txBody>
          <a:bodyPr/>
          <a:lstStyle/>
          <a:p>
            <a:pPr marL="342900" indent="-342900">
              <a:lnSpc>
                <a:spcPct val="150000"/>
              </a:lnSpc>
              <a:spcBef>
                <a:spcPct val="20000"/>
              </a:spcBef>
              <a:buFont typeface="Arial" pitchFamily="34" charset="0"/>
              <a:buChar char="•"/>
              <a:defRPr/>
            </a:pPr>
            <a:r>
              <a:rPr lang="en-US" sz="2800" dirty="0">
                <a:latin typeface="Cambria Math" pitchFamily="18" charset="0"/>
                <a:ea typeface="Cambria Math" pitchFamily="18" charset="0"/>
              </a:rPr>
              <a:t>The secondary structure is similar to the proteins</a:t>
            </a:r>
          </a:p>
          <a:p>
            <a:pPr marL="342900" indent="-342900">
              <a:lnSpc>
                <a:spcPct val="150000"/>
              </a:lnSpc>
              <a:spcBef>
                <a:spcPct val="20000"/>
              </a:spcBef>
              <a:buFont typeface="Arial" pitchFamily="34" charset="0"/>
              <a:buChar char="•"/>
              <a:defRPr/>
            </a:pPr>
            <a:r>
              <a:rPr lang="en-US" sz="2800" dirty="0">
                <a:latin typeface="Cambria Math" pitchFamily="18" charset="0"/>
                <a:ea typeface="Cambria Math" pitchFamily="18" charset="0"/>
              </a:rPr>
              <a:t>The concentration of adenine equals that of thymine</a:t>
            </a:r>
          </a:p>
          <a:p>
            <a:pPr marL="342900" indent="-342900">
              <a:lnSpc>
                <a:spcPct val="150000"/>
              </a:lnSpc>
              <a:spcBef>
                <a:spcPct val="20000"/>
              </a:spcBef>
              <a:buFont typeface="Arial" pitchFamily="34" charset="0"/>
              <a:buChar char="•"/>
              <a:defRPr/>
            </a:pPr>
            <a:r>
              <a:rPr lang="en-US" sz="2800" dirty="0">
                <a:latin typeface="Cambria Math" pitchFamily="18" charset="0"/>
                <a:ea typeface="Cambria Math" pitchFamily="18" charset="0"/>
              </a:rPr>
              <a:t>The concentration of guanine equals that of cytosine</a:t>
            </a:r>
          </a:p>
          <a:p>
            <a:pPr marL="342900" indent="-342900" algn="ctr">
              <a:lnSpc>
                <a:spcPct val="150000"/>
              </a:lnSpc>
              <a:spcBef>
                <a:spcPct val="20000"/>
              </a:spcBef>
              <a:defRPr/>
            </a:pPr>
            <a:r>
              <a:rPr lang="en-US" sz="3200" b="1" dirty="0">
                <a:solidFill>
                  <a:srgbClr val="FF0000"/>
                </a:solidFill>
                <a:latin typeface="Cambria Math" pitchFamily="18" charset="0"/>
                <a:ea typeface="Cambria Math" pitchFamily="18" charset="0"/>
              </a:rPr>
              <a:t>Why?</a:t>
            </a:r>
            <a:endParaRPr lang="en-GB" sz="3200" b="1" dirty="0">
              <a:solidFill>
                <a:srgbClr val="FF0000"/>
              </a:solidFill>
              <a:latin typeface="Cambria Math" pitchFamily="18" charset="0"/>
              <a:ea typeface="Cambria Math" pitchFamily="18" charset="0"/>
            </a:endParaRPr>
          </a:p>
          <a:p>
            <a:pPr marL="342900" indent="-342900">
              <a:lnSpc>
                <a:spcPct val="150000"/>
              </a:lnSpc>
              <a:spcBef>
                <a:spcPct val="20000"/>
              </a:spcBef>
              <a:buFont typeface="Arial" pitchFamily="34" charset="0"/>
              <a:buChar char="•"/>
              <a:defRPr/>
            </a:pPr>
            <a:endParaRPr lang="en-US" sz="2800" dirty="0"/>
          </a:p>
        </p:txBody>
      </p:sp>
      <p:pic>
        <p:nvPicPr>
          <p:cNvPr id="1026" name="Picture 2" descr="http://upload.wikimedia.org/wikipedia/commons/a/a2/AT_DNA_base_pair.png"/>
          <p:cNvPicPr>
            <a:picLocks noChangeAspect="1" noChangeArrowheads="1"/>
          </p:cNvPicPr>
          <p:nvPr/>
        </p:nvPicPr>
        <p:blipFill>
          <a:blip r:embed="rId2" cstate="print"/>
          <a:srcRect/>
          <a:stretch>
            <a:fillRect/>
          </a:stretch>
        </p:blipFill>
        <p:spPr bwMode="auto">
          <a:xfrm>
            <a:off x="457200" y="3733800"/>
            <a:ext cx="3657600" cy="2984423"/>
          </a:xfrm>
          <a:prstGeom prst="rect">
            <a:avLst/>
          </a:prstGeom>
          <a:noFill/>
        </p:spPr>
      </p:pic>
      <p:pic>
        <p:nvPicPr>
          <p:cNvPr id="1028" name="Picture 4" descr="http://upload.wikimedia.org/wikipedia/commons/d/d3/GC_DNA_base_pair.png"/>
          <p:cNvPicPr>
            <a:picLocks noChangeAspect="1" noChangeArrowheads="1"/>
          </p:cNvPicPr>
          <p:nvPr/>
        </p:nvPicPr>
        <p:blipFill>
          <a:blip r:embed="rId3" cstate="print"/>
          <a:srcRect/>
          <a:stretch>
            <a:fillRect/>
          </a:stretch>
        </p:blipFill>
        <p:spPr bwMode="auto">
          <a:xfrm>
            <a:off x="4824008" y="3581400"/>
            <a:ext cx="3862792" cy="3200400"/>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32</a:t>
            </a:fld>
            <a:endParaRPr lang="en-US"/>
          </a:p>
        </p:txBody>
      </p:sp>
      <p:grpSp>
        <p:nvGrpSpPr>
          <p:cNvPr id="4" name="Group 11"/>
          <p:cNvGrpSpPr>
            <a:grpSpLocks/>
          </p:cNvGrpSpPr>
          <p:nvPr/>
        </p:nvGrpSpPr>
        <p:grpSpPr bwMode="auto">
          <a:xfrm>
            <a:off x="609600" y="304800"/>
            <a:ext cx="7467600" cy="3419475"/>
            <a:chOff x="838200" y="1828800"/>
            <a:chExt cx="7467600" cy="3418820"/>
          </a:xfrm>
        </p:grpSpPr>
        <p:pic>
          <p:nvPicPr>
            <p:cNvPr id="5" name="Picture 3" descr="mendel_and_human_to_gene_GA"/>
            <p:cNvPicPr>
              <a:picLocks noChangeAspect="1" noChangeArrowheads="1"/>
            </p:cNvPicPr>
            <p:nvPr/>
          </p:nvPicPr>
          <p:blipFill>
            <a:blip r:embed="rId2" cstate="print"/>
            <a:srcRect l="21881" t="79234" r="11111" b="10928"/>
            <a:stretch>
              <a:fillRect/>
            </a:stretch>
          </p:blipFill>
          <p:spPr bwMode="auto">
            <a:xfrm>
              <a:off x="838200" y="2895600"/>
              <a:ext cx="7467600" cy="1371600"/>
            </a:xfrm>
            <a:prstGeom prst="rect">
              <a:avLst/>
            </a:prstGeom>
            <a:noFill/>
            <a:ln w="9525">
              <a:noFill/>
              <a:miter lim="800000"/>
              <a:headEnd/>
              <a:tailEnd/>
            </a:ln>
          </p:spPr>
        </p:pic>
        <p:sp>
          <p:nvSpPr>
            <p:cNvPr id="6" name="Text Box 4"/>
            <p:cNvSpPr txBox="1">
              <a:spLocks noChangeArrowheads="1"/>
            </p:cNvSpPr>
            <p:nvPr/>
          </p:nvSpPr>
          <p:spPr bwMode="auto">
            <a:xfrm>
              <a:off x="3505200" y="1828800"/>
              <a:ext cx="914400" cy="461875"/>
            </a:xfrm>
            <a:prstGeom prst="rect">
              <a:avLst/>
            </a:prstGeom>
            <a:noFill/>
            <a:ln w="9525">
              <a:noFill/>
              <a:miter lim="800000"/>
              <a:headEnd/>
              <a:tailEnd/>
            </a:ln>
          </p:spPr>
          <p:txBody>
            <a:bodyPr>
              <a:spAutoFit/>
            </a:bodyPr>
            <a:lstStyle/>
            <a:p>
              <a:pPr algn="ctr">
                <a:spcBef>
                  <a:spcPct val="50000"/>
                </a:spcBef>
                <a:defRPr/>
              </a:pPr>
              <a:r>
                <a:rPr lang="en-US" sz="2400" b="1" dirty="0">
                  <a:solidFill>
                    <a:srgbClr val="FF3300"/>
                  </a:solidFill>
                  <a:effectLst>
                    <a:outerShdw blurRad="38100" dist="38100" dir="2700000" algn="tl">
                      <a:srgbClr val="000000">
                        <a:alpha val="43137"/>
                      </a:srgbClr>
                    </a:outerShdw>
                  </a:effectLst>
                  <a:latin typeface="Arial" charset="0"/>
                </a:rPr>
                <a:t>Cells</a:t>
              </a:r>
            </a:p>
          </p:txBody>
        </p:sp>
        <p:sp>
          <p:nvSpPr>
            <p:cNvPr id="7" name="Text Box 5"/>
            <p:cNvSpPr txBox="1">
              <a:spLocks noChangeArrowheads="1"/>
            </p:cNvSpPr>
            <p:nvPr/>
          </p:nvSpPr>
          <p:spPr bwMode="auto">
            <a:xfrm>
              <a:off x="3790950" y="4723845"/>
              <a:ext cx="2786063" cy="523775"/>
            </a:xfrm>
            <a:prstGeom prst="rect">
              <a:avLst/>
            </a:prstGeom>
            <a:noFill/>
            <a:ln w="9525">
              <a:noFill/>
              <a:miter lim="800000"/>
              <a:headEnd/>
              <a:tailEnd/>
            </a:ln>
          </p:spPr>
          <p:txBody>
            <a:bodyPr>
              <a:spAutoFit/>
            </a:bodyPr>
            <a:lstStyle/>
            <a:p>
              <a:pPr algn="ctr">
                <a:spcBef>
                  <a:spcPct val="50000"/>
                </a:spcBef>
                <a:defRPr/>
              </a:pPr>
              <a:r>
                <a:rPr lang="en-US" sz="2800" b="1" dirty="0">
                  <a:solidFill>
                    <a:srgbClr val="FF0000"/>
                  </a:solidFill>
                  <a:effectLst>
                    <a:outerShdw blurRad="38100" dist="38100" dir="2700000" algn="tl">
                      <a:srgbClr val="000000">
                        <a:alpha val="43137"/>
                      </a:srgbClr>
                    </a:outerShdw>
                  </a:effectLst>
                  <a:latin typeface="Arial" charset="0"/>
                </a:rPr>
                <a:t>Chrom</a:t>
              </a:r>
              <a:r>
                <a:rPr lang="en-US" sz="2800" b="1" dirty="0">
                  <a:solidFill>
                    <a:srgbClr val="0000FF"/>
                  </a:solidFill>
                  <a:effectLst>
                    <a:outerShdw blurRad="38100" dist="38100" dir="2700000" algn="tl">
                      <a:srgbClr val="000000">
                        <a:alpha val="43137"/>
                      </a:srgbClr>
                    </a:outerShdw>
                  </a:effectLst>
                  <a:latin typeface="Arial" charset="0"/>
                </a:rPr>
                <a:t>osomes</a:t>
              </a:r>
            </a:p>
          </p:txBody>
        </p:sp>
        <p:sp>
          <p:nvSpPr>
            <p:cNvPr id="8" name="Text Box 6"/>
            <p:cNvSpPr txBox="1">
              <a:spLocks noChangeArrowheads="1"/>
            </p:cNvSpPr>
            <p:nvPr/>
          </p:nvSpPr>
          <p:spPr bwMode="auto">
            <a:xfrm>
              <a:off x="5715000" y="1828800"/>
              <a:ext cx="1295400" cy="523775"/>
            </a:xfrm>
            <a:prstGeom prst="rect">
              <a:avLst/>
            </a:prstGeom>
            <a:noFill/>
            <a:ln w="9525">
              <a:noFill/>
              <a:miter lim="800000"/>
              <a:headEnd/>
              <a:tailEnd/>
            </a:ln>
          </p:spPr>
          <p:txBody>
            <a:bodyPr>
              <a:spAutoFit/>
            </a:bodyPr>
            <a:lstStyle/>
            <a:p>
              <a:pPr algn="ctr">
                <a:spcBef>
                  <a:spcPct val="50000"/>
                </a:spcBef>
                <a:defRPr/>
              </a:pPr>
              <a:r>
                <a:rPr lang="en-US" sz="2800" b="1" dirty="0">
                  <a:solidFill>
                    <a:srgbClr val="0000FF"/>
                  </a:solidFill>
                  <a:effectLst>
                    <a:outerShdw blurRad="38100" dist="38100" dir="2700000" algn="tl">
                      <a:srgbClr val="000000">
                        <a:alpha val="43137"/>
                      </a:srgbClr>
                    </a:outerShdw>
                  </a:effectLst>
                  <a:latin typeface="Arial" charset="0"/>
                </a:rPr>
                <a:t>Genes</a:t>
              </a:r>
            </a:p>
          </p:txBody>
        </p:sp>
        <p:sp>
          <p:nvSpPr>
            <p:cNvPr id="9" name="Text Box 7"/>
            <p:cNvSpPr txBox="1">
              <a:spLocks noChangeArrowheads="1"/>
            </p:cNvSpPr>
            <p:nvPr/>
          </p:nvSpPr>
          <p:spPr bwMode="auto">
            <a:xfrm>
              <a:off x="7010400" y="4723845"/>
              <a:ext cx="1219200" cy="523775"/>
            </a:xfrm>
            <a:prstGeom prst="rect">
              <a:avLst/>
            </a:prstGeom>
            <a:noFill/>
            <a:ln w="9525">
              <a:noFill/>
              <a:miter lim="800000"/>
              <a:headEnd/>
              <a:tailEnd/>
            </a:ln>
          </p:spPr>
          <p:txBody>
            <a:bodyPr>
              <a:spAutoFit/>
            </a:bodyPr>
            <a:lstStyle/>
            <a:p>
              <a:pPr algn="ctr">
                <a:spcBef>
                  <a:spcPct val="50000"/>
                </a:spcBef>
                <a:defRPr/>
              </a:pPr>
              <a:r>
                <a:rPr lang="en-US" sz="2800" b="1" dirty="0">
                  <a:solidFill>
                    <a:srgbClr val="0070C0"/>
                  </a:solidFill>
                  <a:effectLst>
                    <a:outerShdw blurRad="38100" dist="38100" dir="2700000" algn="tl">
                      <a:srgbClr val="000000">
                        <a:alpha val="43137"/>
                      </a:srgbClr>
                    </a:outerShdw>
                  </a:effectLst>
                  <a:latin typeface="Arial" charset="0"/>
                </a:rPr>
                <a:t>DNA</a:t>
              </a:r>
            </a:p>
          </p:txBody>
        </p:sp>
        <p:sp>
          <p:nvSpPr>
            <p:cNvPr id="10" name="Line 8"/>
            <p:cNvSpPr>
              <a:spLocks noChangeShapeType="1"/>
            </p:cNvSpPr>
            <p:nvPr/>
          </p:nvSpPr>
          <p:spPr bwMode="auto">
            <a:xfrm>
              <a:off x="3962400" y="2362200"/>
              <a:ext cx="0" cy="381000"/>
            </a:xfrm>
            <a:prstGeom prst="line">
              <a:avLst/>
            </a:prstGeom>
            <a:noFill/>
            <a:ln w="9525">
              <a:solidFill>
                <a:schemeClr val="tx1"/>
              </a:solidFill>
              <a:round/>
              <a:headEnd/>
              <a:tailEnd type="triangle" w="med" len="med"/>
            </a:ln>
          </p:spPr>
          <p:txBody>
            <a:bodyPr/>
            <a:lstStyle/>
            <a:p>
              <a:endParaRPr lang="en-US"/>
            </a:p>
          </p:txBody>
        </p:sp>
        <p:sp>
          <p:nvSpPr>
            <p:cNvPr id="11" name="Line 9"/>
            <p:cNvSpPr>
              <a:spLocks noChangeShapeType="1"/>
            </p:cNvSpPr>
            <p:nvPr/>
          </p:nvSpPr>
          <p:spPr bwMode="auto">
            <a:xfrm flipV="1">
              <a:off x="5181600" y="4343400"/>
              <a:ext cx="0" cy="381000"/>
            </a:xfrm>
            <a:prstGeom prst="line">
              <a:avLst/>
            </a:prstGeom>
            <a:noFill/>
            <a:ln w="9525">
              <a:solidFill>
                <a:schemeClr val="tx1"/>
              </a:solidFill>
              <a:round/>
              <a:headEnd/>
              <a:tailEnd type="triangle" w="med" len="med"/>
            </a:ln>
          </p:spPr>
          <p:txBody>
            <a:bodyPr/>
            <a:lstStyle/>
            <a:p>
              <a:endParaRPr lang="en-US"/>
            </a:p>
          </p:txBody>
        </p:sp>
        <p:sp>
          <p:nvSpPr>
            <p:cNvPr id="12" name="Line 10"/>
            <p:cNvSpPr>
              <a:spLocks noChangeShapeType="1"/>
            </p:cNvSpPr>
            <p:nvPr/>
          </p:nvSpPr>
          <p:spPr bwMode="auto">
            <a:xfrm>
              <a:off x="6400800" y="2362200"/>
              <a:ext cx="0" cy="381000"/>
            </a:xfrm>
            <a:prstGeom prst="line">
              <a:avLst/>
            </a:prstGeom>
            <a:noFill/>
            <a:ln w="9525">
              <a:solidFill>
                <a:schemeClr val="tx1"/>
              </a:solidFill>
              <a:round/>
              <a:headEnd/>
              <a:tailEnd type="triangle" w="med" len="med"/>
            </a:ln>
          </p:spPr>
          <p:txBody>
            <a:bodyPr/>
            <a:lstStyle/>
            <a:p>
              <a:endParaRPr lang="en-US"/>
            </a:p>
          </p:txBody>
        </p:sp>
        <p:sp>
          <p:nvSpPr>
            <p:cNvPr id="13" name="Line 11"/>
            <p:cNvSpPr>
              <a:spLocks noChangeShapeType="1"/>
            </p:cNvSpPr>
            <p:nvPr/>
          </p:nvSpPr>
          <p:spPr bwMode="auto">
            <a:xfrm flipV="1">
              <a:off x="7620000" y="4343400"/>
              <a:ext cx="0" cy="381000"/>
            </a:xfrm>
            <a:prstGeom prst="line">
              <a:avLst/>
            </a:prstGeom>
            <a:noFill/>
            <a:ln w="9525">
              <a:solidFill>
                <a:schemeClr val="tx1"/>
              </a:solidFill>
              <a:round/>
              <a:headEnd/>
              <a:tailEnd type="triangle" w="med" len="med"/>
            </a:ln>
          </p:spPr>
          <p:txBody>
            <a:bodyPr/>
            <a:lstStyle/>
            <a:p>
              <a:endParaRPr lang="en-US"/>
            </a:p>
          </p:txBody>
        </p:sp>
      </p:grpSp>
      <p:pic>
        <p:nvPicPr>
          <p:cNvPr id="1028" name="Picture 4" descr="http://www.uic.edu/classes/phys/phys461/phys450/ANJUM04/DNA_helix.jpg"/>
          <p:cNvPicPr>
            <a:picLocks noChangeAspect="1" noChangeArrowheads="1"/>
          </p:cNvPicPr>
          <p:nvPr/>
        </p:nvPicPr>
        <p:blipFill>
          <a:blip r:embed="rId3" cstate="print"/>
          <a:srcRect t="8000" b="6667"/>
          <a:stretch>
            <a:fillRect/>
          </a:stretch>
        </p:blipFill>
        <p:spPr bwMode="auto">
          <a:xfrm>
            <a:off x="533400" y="4114800"/>
            <a:ext cx="7924800" cy="2507724"/>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A824259-EC09-4C9F-9F84-F0AFA6108387}" type="slidenum">
              <a:rPr lang="en-US" smtClean="0"/>
              <a:pPr/>
              <a:t>33</a:t>
            </a:fld>
            <a:endParaRPr lang="en-US"/>
          </a:p>
        </p:txBody>
      </p:sp>
      <p:graphicFrame>
        <p:nvGraphicFramePr>
          <p:cNvPr id="6" name="Table 5"/>
          <p:cNvGraphicFramePr>
            <a:graphicFrameLocks noGrp="1"/>
          </p:cNvGraphicFramePr>
          <p:nvPr/>
        </p:nvGraphicFramePr>
        <p:xfrm>
          <a:off x="0" y="56408"/>
          <a:ext cx="9144000" cy="6785610"/>
        </p:xfrm>
        <a:graphic>
          <a:graphicData uri="http://schemas.openxmlformats.org/drawingml/2006/table">
            <a:tbl>
              <a:tblPr firstRow="1" bandRow="1">
                <a:tableStyleId>{69C7853C-536D-4A76-A0AE-DD22124D55A5}</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1155059">
                <a:tc>
                  <a:txBody>
                    <a:bodyPr/>
                    <a:lstStyle/>
                    <a:p>
                      <a:pPr algn="l"/>
                      <a:endParaRPr lang="en-GB" dirty="0"/>
                    </a:p>
                  </a:txBody>
                  <a:tcPr/>
                </a:tc>
                <a:tc>
                  <a:txBody>
                    <a:bodyPr/>
                    <a:lstStyle/>
                    <a:p>
                      <a:pPr algn="ctr">
                        <a:lnSpc>
                          <a:spcPct val="150000"/>
                        </a:lnSpc>
                      </a:pPr>
                      <a:r>
                        <a:rPr lang="en-GB" sz="2400" dirty="0">
                          <a:solidFill>
                            <a:schemeClr val="tx1"/>
                          </a:solidFill>
                        </a:rPr>
                        <a:t>DNA</a:t>
                      </a:r>
                    </a:p>
                  </a:txBody>
                  <a:tcPr/>
                </a:tc>
                <a:tc>
                  <a:txBody>
                    <a:bodyPr/>
                    <a:lstStyle/>
                    <a:p>
                      <a:pPr marL="0" marR="0" indent="0" algn="ctr" defTabSz="914400" rtl="0" eaLnBrk="1" fontAlgn="auto" latinLnBrk="0" hangingPunct="1">
                        <a:lnSpc>
                          <a:spcPct val="150000"/>
                        </a:lnSpc>
                        <a:spcBef>
                          <a:spcPts val="0"/>
                        </a:spcBef>
                        <a:spcAft>
                          <a:spcPts val="0"/>
                        </a:spcAft>
                        <a:buClrTx/>
                        <a:buSzTx/>
                        <a:buFontTx/>
                        <a:buNone/>
                        <a:tabLst/>
                        <a:defRPr/>
                      </a:pPr>
                      <a:r>
                        <a:rPr lang="en-GB" sz="2400" dirty="0">
                          <a:solidFill>
                            <a:schemeClr val="tx1"/>
                          </a:solidFill>
                        </a:rPr>
                        <a:t>RNA</a:t>
                      </a:r>
                    </a:p>
                    <a:p>
                      <a:pPr algn="ctr">
                        <a:lnSpc>
                          <a:spcPct val="150000"/>
                        </a:lnSpc>
                      </a:pPr>
                      <a:endParaRPr lang="en-GB" sz="2400" dirty="0">
                        <a:solidFill>
                          <a:schemeClr val="tx1"/>
                        </a:solidFill>
                      </a:endParaRPr>
                    </a:p>
                  </a:txBody>
                  <a:tcPr/>
                </a:tc>
                <a:extLst>
                  <a:ext uri="{0D108BD9-81ED-4DB2-BD59-A6C34878D82A}">
                    <a16:rowId xmlns:a16="http://schemas.microsoft.com/office/drawing/2014/main" val="10000"/>
                  </a:ext>
                </a:extLst>
              </a:tr>
              <a:tr h="815453">
                <a:tc>
                  <a:txBody>
                    <a:bodyPr/>
                    <a:lstStyle/>
                    <a:p>
                      <a:pPr algn="l"/>
                      <a:r>
                        <a:rPr lang="en-US" sz="1800" b="1" kern="1200" dirty="0">
                          <a:solidFill>
                            <a:schemeClr val="dk1"/>
                          </a:solidFill>
                          <a:latin typeface="+mn-lt"/>
                          <a:ea typeface="+mn-ea"/>
                          <a:cs typeface="+mn-cs"/>
                        </a:rPr>
                        <a:t>Structural Name:</a:t>
                      </a:r>
                      <a:endParaRPr lang="en-GB" sz="1800" dirty="0">
                        <a:latin typeface="+mn-lt"/>
                      </a:endParaRPr>
                    </a:p>
                  </a:txBody>
                  <a:tcPr/>
                </a:tc>
                <a:tc>
                  <a:txBody>
                    <a:bodyPr/>
                    <a:lstStyle/>
                    <a:p>
                      <a:pPr algn="ctr">
                        <a:lnSpc>
                          <a:spcPct val="300000"/>
                        </a:lnSpc>
                        <a:spcAft>
                          <a:spcPts val="0"/>
                        </a:spcAft>
                      </a:pPr>
                      <a:r>
                        <a:rPr lang="en-US" sz="1800" dirty="0">
                          <a:latin typeface="+mn-lt"/>
                          <a:ea typeface="Times New Roman"/>
                          <a:cs typeface="Times New Roman"/>
                        </a:rPr>
                        <a:t>Deoxyribonucleic Acid</a:t>
                      </a:r>
                      <a:endParaRPr lang="en-GB" sz="1800" dirty="0">
                        <a:latin typeface="+mn-lt"/>
                        <a:ea typeface="Calibri"/>
                        <a:cs typeface="Times New Roman"/>
                      </a:endParaRPr>
                    </a:p>
                  </a:txBody>
                  <a:tcPr marL="9525" marR="9525" marT="9525" marB="9525"/>
                </a:tc>
                <a:tc>
                  <a:txBody>
                    <a:bodyPr/>
                    <a:lstStyle/>
                    <a:p>
                      <a:pPr algn="ctr">
                        <a:lnSpc>
                          <a:spcPct val="300000"/>
                        </a:lnSpc>
                        <a:spcAft>
                          <a:spcPts val="0"/>
                        </a:spcAft>
                      </a:pPr>
                      <a:r>
                        <a:rPr lang="en-US" sz="1800" dirty="0">
                          <a:latin typeface="+mn-lt"/>
                          <a:ea typeface="Times New Roman"/>
                          <a:cs typeface="Times New Roman"/>
                        </a:rPr>
                        <a:t>Ribonucleic Acid</a:t>
                      </a:r>
                      <a:endParaRPr lang="en-GB" sz="1800" dirty="0">
                        <a:latin typeface="+mn-lt"/>
                        <a:ea typeface="Calibri"/>
                        <a:cs typeface="Times New Roman"/>
                      </a:endParaRPr>
                    </a:p>
                  </a:txBody>
                  <a:tcPr marL="9525" marR="9525" marT="9525" marB="9525"/>
                </a:tc>
                <a:extLst>
                  <a:ext uri="{0D108BD9-81ED-4DB2-BD59-A6C34878D82A}">
                    <a16:rowId xmlns:a16="http://schemas.microsoft.com/office/drawing/2014/main" val="10001"/>
                  </a:ext>
                </a:extLst>
              </a:tr>
              <a:tr h="1460263">
                <a:tc>
                  <a:txBody>
                    <a:bodyPr/>
                    <a:lstStyle/>
                    <a:p>
                      <a:pPr algn="l"/>
                      <a:r>
                        <a:rPr lang="en-US" sz="1800" b="1" kern="1200" dirty="0">
                          <a:solidFill>
                            <a:schemeClr val="dk1"/>
                          </a:solidFill>
                          <a:latin typeface="+mn-lt"/>
                          <a:ea typeface="+mn-ea"/>
                          <a:cs typeface="+mn-cs"/>
                        </a:rPr>
                        <a:t>Function:</a:t>
                      </a:r>
                      <a:endParaRPr lang="en-GB" sz="1800" dirty="0">
                        <a:latin typeface="+mn-lt"/>
                      </a:endParaRPr>
                    </a:p>
                  </a:txBody>
                  <a:tcPr/>
                </a:tc>
                <a:tc>
                  <a:txBody>
                    <a:bodyPr/>
                    <a:lstStyle/>
                    <a:p>
                      <a:r>
                        <a:rPr lang="en-US" sz="1800" kern="1200" dirty="0">
                          <a:solidFill>
                            <a:schemeClr val="dk1"/>
                          </a:solidFill>
                          <a:latin typeface="+mn-lt"/>
                          <a:ea typeface="+mn-ea"/>
                          <a:cs typeface="+mn-cs"/>
                        </a:rPr>
                        <a:t>Medium of long-term storage and transmission of genetic information</a:t>
                      </a:r>
                      <a:endParaRPr lang="en-GB" sz="1800" dirty="0">
                        <a:latin typeface="+mn-lt"/>
                      </a:endParaRPr>
                    </a:p>
                  </a:txBody>
                  <a:tcPr/>
                </a:tc>
                <a:tc>
                  <a:txBody>
                    <a:bodyPr/>
                    <a:lstStyle/>
                    <a:p>
                      <a:r>
                        <a:rPr lang="en-US" sz="1800" kern="1200" dirty="0">
                          <a:solidFill>
                            <a:schemeClr val="dk1"/>
                          </a:solidFill>
                          <a:latin typeface="+mn-lt"/>
                          <a:ea typeface="+mn-ea"/>
                          <a:cs typeface="+mn-cs"/>
                        </a:rPr>
                        <a:t>Transfer the genetic code needed for the creation of proteins from the nucleus to the ribosome. Without RNA, proteins could never be made.</a:t>
                      </a:r>
                      <a:endParaRPr lang="en-GB" sz="1800" dirty="0">
                        <a:latin typeface="+mn-lt"/>
                      </a:endParaRPr>
                    </a:p>
                  </a:txBody>
                  <a:tcPr/>
                </a:tc>
                <a:extLst>
                  <a:ext uri="{0D108BD9-81ED-4DB2-BD59-A6C34878D82A}">
                    <a16:rowId xmlns:a16="http://schemas.microsoft.com/office/drawing/2014/main" val="10002"/>
                  </a:ext>
                </a:extLst>
              </a:tr>
              <a:tr h="1155059">
                <a:tc>
                  <a:txBody>
                    <a:bodyPr/>
                    <a:lstStyle/>
                    <a:p>
                      <a:pPr algn="l"/>
                      <a:r>
                        <a:rPr lang="en-US" sz="1800" b="1" kern="1200" dirty="0">
                          <a:solidFill>
                            <a:schemeClr val="dk1"/>
                          </a:solidFill>
                          <a:latin typeface="+mn-lt"/>
                          <a:ea typeface="+mn-ea"/>
                          <a:cs typeface="+mn-cs"/>
                        </a:rPr>
                        <a:t>Structure:</a:t>
                      </a:r>
                      <a:endParaRPr lang="en-GB" sz="1800" dirty="0">
                        <a:latin typeface="+mn-lt"/>
                      </a:endParaRPr>
                    </a:p>
                  </a:txBody>
                  <a:tcPr/>
                </a:tc>
                <a:tc>
                  <a:txBody>
                    <a:bodyPr/>
                    <a:lstStyle/>
                    <a:p>
                      <a:r>
                        <a:rPr lang="en-US" sz="1800" kern="1200" dirty="0">
                          <a:solidFill>
                            <a:schemeClr val="dk1"/>
                          </a:solidFill>
                          <a:latin typeface="+mn-lt"/>
                          <a:ea typeface="+mn-ea"/>
                          <a:cs typeface="+mn-cs"/>
                        </a:rPr>
                        <a:t>Typically a double- stranded molecule with a long chain of nucleotides.</a:t>
                      </a:r>
                      <a:endParaRPr lang="en-GB" sz="1800" dirty="0">
                        <a:latin typeface="+mn-lt"/>
                      </a:endParaRPr>
                    </a:p>
                  </a:txBody>
                  <a:tcPr/>
                </a:tc>
                <a:tc>
                  <a:txBody>
                    <a:bodyPr/>
                    <a:lstStyle/>
                    <a:p>
                      <a:r>
                        <a:rPr lang="en-US" sz="1800" kern="1200" dirty="0">
                          <a:solidFill>
                            <a:schemeClr val="dk1"/>
                          </a:solidFill>
                          <a:latin typeface="+mn-lt"/>
                          <a:ea typeface="+mn-ea"/>
                          <a:cs typeface="+mn-cs"/>
                        </a:rPr>
                        <a:t>A single-stranded molecule in most of its biological roles and has a shorter chain of nucleotides.</a:t>
                      </a:r>
                      <a:endParaRPr lang="en-GB" sz="1800" dirty="0">
                        <a:latin typeface="+mn-lt"/>
                      </a:endParaRPr>
                    </a:p>
                  </a:txBody>
                  <a:tcPr/>
                </a:tc>
                <a:extLst>
                  <a:ext uri="{0D108BD9-81ED-4DB2-BD59-A6C34878D82A}">
                    <a16:rowId xmlns:a16="http://schemas.microsoft.com/office/drawing/2014/main" val="10003"/>
                  </a:ext>
                </a:extLst>
              </a:tr>
              <a:tr h="1421611">
                <a:tc>
                  <a:txBody>
                    <a:bodyPr/>
                    <a:lstStyle/>
                    <a:p>
                      <a:pPr algn="l"/>
                      <a:r>
                        <a:rPr lang="en-US" sz="1800" b="1" kern="1200" dirty="0">
                          <a:solidFill>
                            <a:schemeClr val="dk1"/>
                          </a:solidFill>
                          <a:latin typeface="+mn-lt"/>
                          <a:ea typeface="+mn-ea"/>
                          <a:cs typeface="+mn-cs"/>
                        </a:rPr>
                        <a:t>Bases/Sugars: </a:t>
                      </a:r>
                      <a:endParaRPr lang="en-GB" sz="1800" dirty="0">
                        <a:latin typeface="+mn-lt"/>
                      </a:endParaRPr>
                    </a:p>
                  </a:txBody>
                  <a:tcPr/>
                </a:tc>
                <a:tc>
                  <a:txBody>
                    <a:bodyPr/>
                    <a:lstStyle/>
                    <a:p>
                      <a:r>
                        <a:rPr lang="en-US" sz="1800" kern="1200" dirty="0">
                          <a:solidFill>
                            <a:schemeClr val="dk1"/>
                          </a:solidFill>
                          <a:latin typeface="+mn-lt"/>
                          <a:ea typeface="+mn-ea"/>
                          <a:cs typeface="+mn-cs"/>
                        </a:rPr>
                        <a:t>Long polymer with a </a:t>
                      </a:r>
                      <a:r>
                        <a:rPr lang="en-US" sz="1800" kern="1200" dirty="0" err="1">
                          <a:solidFill>
                            <a:schemeClr val="dk1"/>
                          </a:solidFill>
                          <a:latin typeface="+mn-lt"/>
                          <a:ea typeface="+mn-ea"/>
                          <a:cs typeface="+mn-cs"/>
                        </a:rPr>
                        <a:t>deoxyribose</a:t>
                      </a:r>
                      <a:r>
                        <a:rPr lang="en-US" sz="1800" kern="1200" dirty="0">
                          <a:solidFill>
                            <a:schemeClr val="dk1"/>
                          </a:solidFill>
                          <a:latin typeface="+mn-lt"/>
                          <a:ea typeface="+mn-ea"/>
                          <a:cs typeface="+mn-cs"/>
                        </a:rPr>
                        <a:t> and phosphate backbone and four different bases: adenine, guanine, cytosine and thymine.</a:t>
                      </a:r>
                      <a:endParaRPr lang="en-GB" sz="1800" dirty="0">
                        <a:latin typeface="+mn-lt"/>
                      </a:endParaRPr>
                    </a:p>
                  </a:txBody>
                  <a:tcPr/>
                </a:tc>
                <a:tc>
                  <a:txBody>
                    <a:bodyPr/>
                    <a:lstStyle/>
                    <a:p>
                      <a:r>
                        <a:rPr lang="en-US" sz="1800" kern="1200" dirty="0">
                          <a:solidFill>
                            <a:schemeClr val="dk1"/>
                          </a:solidFill>
                          <a:latin typeface="+mn-lt"/>
                          <a:ea typeface="+mn-ea"/>
                          <a:cs typeface="+mn-cs"/>
                        </a:rPr>
                        <a:t>Shorter polymer with a ribose and phosphate backbone and four different bases: adenine, guanine, cytosine, and </a:t>
                      </a:r>
                      <a:r>
                        <a:rPr lang="en-US" sz="1800" kern="1200" dirty="0" err="1">
                          <a:solidFill>
                            <a:schemeClr val="dk1"/>
                          </a:solidFill>
                          <a:latin typeface="+mn-lt"/>
                          <a:ea typeface="+mn-ea"/>
                          <a:cs typeface="+mn-cs"/>
                        </a:rPr>
                        <a:t>uracil</a:t>
                      </a:r>
                      <a:r>
                        <a:rPr lang="en-US" sz="1800" kern="1200" dirty="0">
                          <a:solidFill>
                            <a:schemeClr val="dk1"/>
                          </a:solidFill>
                          <a:latin typeface="+mn-lt"/>
                          <a:ea typeface="+mn-ea"/>
                          <a:cs typeface="+mn-cs"/>
                        </a:rPr>
                        <a:t>.</a:t>
                      </a:r>
                      <a:endParaRPr lang="en-GB" sz="1800" dirty="0">
                        <a:latin typeface="+mn-lt"/>
                      </a:endParaRPr>
                    </a:p>
                  </a:txBody>
                  <a:tcPr/>
                </a:tc>
                <a:extLst>
                  <a:ext uri="{0D108BD9-81ED-4DB2-BD59-A6C34878D82A}">
                    <a16:rowId xmlns:a16="http://schemas.microsoft.com/office/drawing/2014/main" val="10004"/>
                  </a:ext>
                </a:extLst>
              </a:tr>
              <a:tr h="621955">
                <a:tc>
                  <a:txBody>
                    <a:bodyPr/>
                    <a:lstStyle/>
                    <a:p>
                      <a:pPr algn="l"/>
                      <a:r>
                        <a:rPr lang="en-US" sz="1800" b="1" kern="1200" dirty="0">
                          <a:solidFill>
                            <a:schemeClr val="dk1"/>
                          </a:solidFill>
                          <a:latin typeface="+mn-lt"/>
                          <a:ea typeface="+mn-ea"/>
                          <a:cs typeface="+mn-cs"/>
                        </a:rPr>
                        <a:t>Base Pairing:</a:t>
                      </a:r>
                      <a:endParaRPr lang="en-GB" sz="1800" dirty="0">
                        <a:latin typeface="+mn-lt"/>
                      </a:endParaRPr>
                    </a:p>
                  </a:txBody>
                  <a:tcPr/>
                </a:tc>
                <a:tc>
                  <a:txBody>
                    <a:bodyPr/>
                    <a:lstStyle/>
                    <a:p>
                      <a:r>
                        <a:rPr lang="en-US" sz="1800" kern="1200" dirty="0">
                          <a:solidFill>
                            <a:schemeClr val="dk1"/>
                          </a:solidFill>
                          <a:latin typeface="+mn-lt"/>
                          <a:ea typeface="+mn-ea"/>
                          <a:cs typeface="+mn-cs"/>
                        </a:rPr>
                        <a:t>A-T (Adenine-Thymine), G-C (Guanine-Cytosine)</a:t>
                      </a:r>
                      <a:endParaRPr lang="en-GB" sz="1800" dirty="0">
                        <a:latin typeface="+mn-lt"/>
                      </a:endParaRPr>
                    </a:p>
                  </a:txBody>
                  <a:tcPr/>
                </a:tc>
                <a:tc>
                  <a:txBody>
                    <a:bodyPr/>
                    <a:lstStyle/>
                    <a:p>
                      <a:r>
                        <a:rPr lang="en-US" sz="1800" kern="1200" dirty="0">
                          <a:solidFill>
                            <a:schemeClr val="dk1"/>
                          </a:solidFill>
                          <a:latin typeface="+mn-lt"/>
                          <a:ea typeface="+mn-ea"/>
                          <a:cs typeface="+mn-cs"/>
                        </a:rPr>
                        <a:t>A-U (Adenine-</a:t>
                      </a:r>
                      <a:r>
                        <a:rPr lang="en-US" sz="1800" kern="1200" dirty="0" err="1">
                          <a:solidFill>
                            <a:schemeClr val="dk1"/>
                          </a:solidFill>
                          <a:latin typeface="+mn-lt"/>
                          <a:ea typeface="+mn-ea"/>
                          <a:cs typeface="+mn-cs"/>
                        </a:rPr>
                        <a:t>Uracil</a:t>
                      </a:r>
                      <a:r>
                        <a:rPr lang="en-US" sz="1800" kern="1200" dirty="0">
                          <a:solidFill>
                            <a:schemeClr val="dk1"/>
                          </a:solidFill>
                          <a:latin typeface="+mn-lt"/>
                          <a:ea typeface="+mn-ea"/>
                          <a:cs typeface="+mn-cs"/>
                        </a:rPr>
                        <a:t>), G-C (Guanine-Cytosine)</a:t>
                      </a:r>
                      <a:endParaRPr lang="en-GB" sz="1800" dirty="0">
                        <a:latin typeface="+mn-lt"/>
                      </a:endParaRP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3"/>
          <p:cNvPicPr>
            <a:picLocks noChangeAspect="1" noChangeArrowheads="1"/>
          </p:cNvPicPr>
          <p:nvPr/>
        </p:nvPicPr>
        <p:blipFill>
          <a:blip r:embed="rId2" cstate="print"/>
          <a:srcRect/>
          <a:stretch>
            <a:fillRect/>
          </a:stretch>
        </p:blipFill>
        <p:spPr bwMode="auto">
          <a:xfrm>
            <a:off x="2971800" y="457200"/>
            <a:ext cx="2335113" cy="2508126"/>
          </a:xfrm>
          <a:prstGeom prst="rect">
            <a:avLst/>
          </a:prstGeom>
          <a:noFill/>
          <a:ln w="12700">
            <a:noFill/>
            <a:miter lim="800000"/>
            <a:headEnd/>
            <a:tailEnd/>
          </a:ln>
        </p:spPr>
      </p:pic>
      <p:sp>
        <p:nvSpPr>
          <p:cNvPr id="4" name="Slide Number Placeholder 3"/>
          <p:cNvSpPr>
            <a:spLocks noGrp="1"/>
          </p:cNvSpPr>
          <p:nvPr>
            <p:ph type="sldNum" sz="quarter" idx="12"/>
          </p:nvPr>
        </p:nvSpPr>
        <p:spPr/>
        <p:txBody>
          <a:bodyPr/>
          <a:lstStyle/>
          <a:p>
            <a:fld id="{4A824259-EC09-4C9F-9F84-F0AFA6108387}" type="slidenum">
              <a:rPr lang="en-US" smtClean="0">
                <a:solidFill>
                  <a:schemeClr val="tx1"/>
                </a:solidFill>
              </a:rPr>
              <a:pPr/>
              <a:t>34</a:t>
            </a:fld>
            <a:endParaRPr lang="en-US" dirty="0">
              <a:solidFill>
                <a:schemeClr val="tx1"/>
              </a:solidFill>
            </a:endParaRPr>
          </a:p>
        </p:txBody>
      </p:sp>
      <p:sp>
        <p:nvSpPr>
          <p:cNvPr id="5" name="Rectangle 4"/>
          <p:cNvSpPr/>
          <p:nvPr/>
        </p:nvSpPr>
        <p:spPr>
          <a:xfrm>
            <a:off x="1676400" y="3198674"/>
            <a:ext cx="5743881" cy="1754326"/>
          </a:xfrm>
          <a:prstGeom prst="rect">
            <a:avLst/>
          </a:prstGeom>
          <a:noFill/>
        </p:spPr>
        <p:txBody>
          <a:bodyPr wrap="none" lIns="91440" tIns="45720" rIns="91440" bIns="45720">
            <a:spAutoFit/>
          </a:bodyPr>
          <a:lstStyle/>
          <a:p>
            <a:r>
              <a:rPr lang="en-US" sz="5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Thank you.</a:t>
            </a:r>
          </a:p>
          <a:p>
            <a:r>
              <a:rPr lang="en-US" sz="5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Any Questions?</a:t>
            </a:r>
            <a:endParaRPr lang="en-GB" sz="5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1488</TotalTime>
  <Words>1965</Words>
  <Application>Microsoft Office PowerPoint</Application>
  <PresentationFormat>On-screen Show (4:3)</PresentationFormat>
  <Paragraphs>280</Paragraphs>
  <Slides>34</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Arial Rounded MT Bold</vt:lpstr>
      <vt:lpstr>Calibri</vt:lpstr>
      <vt:lpstr>Cambria Math</vt:lpstr>
      <vt:lpstr>Comic Sans MS</vt:lpstr>
      <vt:lpstr>Verdana</vt:lpstr>
      <vt:lpstr>Wingdings</vt:lpstr>
      <vt:lpstr>Office Theme</vt:lpstr>
      <vt:lpstr>BIO-103: Biological Macromolecules</vt:lpstr>
      <vt:lpstr>Lecture Outline</vt:lpstr>
      <vt:lpstr>Introduction/ at a glance</vt:lpstr>
      <vt:lpstr>Terminologies/Definitions</vt:lpstr>
      <vt:lpstr>Terminologies/Definitions</vt:lpstr>
      <vt:lpstr>Terminologies/Definitions</vt:lpstr>
      <vt:lpstr>Terminologies/Definitions</vt:lpstr>
      <vt:lpstr>Terminologies/Definitions</vt:lpstr>
      <vt:lpstr>CARBOHYDRATE</vt:lpstr>
      <vt:lpstr>CARBOHYDRATE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SMART Technologies (BD)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 103</dc:title>
  <dc:creator>Ehsan</dc:creator>
  <cp:lastModifiedBy>mahbubul.morshed@gmail.com</cp:lastModifiedBy>
  <cp:revision>226</cp:revision>
  <dcterms:created xsi:type="dcterms:W3CDTF">2014-09-15T10:34:44Z</dcterms:created>
  <dcterms:modified xsi:type="dcterms:W3CDTF">2026-05-31T05:36:06Z</dcterms:modified>
</cp:coreProperties>
</file>