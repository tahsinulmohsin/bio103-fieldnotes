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 txBox="1"/>
          <p:nvPr>
            <p:ph idx="10" type="dt"/>
          </p:nvPr>
        </p:nvSpPr>
        <p:spPr>
          <a:xfrm>
            <a:off x="6858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1" type="ftr"/>
          </p:nvPr>
        </p:nvSpPr>
        <p:spPr>
          <a:xfrm>
            <a:off x="3124200" y="61658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2" type="sldNum"/>
          </p:nvPr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type="title"/>
          </p:nvPr>
        </p:nvSpPr>
        <p:spPr>
          <a:xfrm rot="5400000">
            <a:off x="4783138" y="2092326"/>
            <a:ext cx="5429250" cy="1946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 rot="5400000">
            <a:off x="814388" y="222251"/>
            <a:ext cx="5429250" cy="5686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60045" lvl="2" marL="13716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54330" lvl="4" marL="2286000" algn="l">
              <a:spcBef>
                <a:spcPts val="360"/>
              </a:spcBef>
              <a:spcAft>
                <a:spcPts val="0"/>
              </a:spcAft>
              <a:buSzPts val="1980"/>
              <a:buChar char="•"/>
              <a:defRPr/>
            </a:lvl5pPr>
            <a:lvl6pPr indent="-354330" lvl="5" marL="2743200" algn="l">
              <a:spcBef>
                <a:spcPts val="360"/>
              </a:spcBef>
              <a:spcAft>
                <a:spcPts val="0"/>
              </a:spcAft>
              <a:buSzPts val="1980"/>
              <a:buChar char="•"/>
              <a:defRPr/>
            </a:lvl6pPr>
            <a:lvl7pPr indent="-354330" lvl="6" marL="3200400" algn="l">
              <a:spcBef>
                <a:spcPts val="360"/>
              </a:spcBef>
              <a:spcAft>
                <a:spcPts val="0"/>
              </a:spcAft>
              <a:buSzPts val="1980"/>
              <a:buChar char="•"/>
              <a:defRPr/>
            </a:lvl7pPr>
            <a:lvl8pPr indent="-354330" lvl="7" marL="3657600" algn="l">
              <a:spcBef>
                <a:spcPts val="360"/>
              </a:spcBef>
              <a:spcAft>
                <a:spcPts val="0"/>
              </a:spcAft>
              <a:buSzPts val="1980"/>
              <a:buChar char="•"/>
              <a:defRPr/>
            </a:lvl8pPr>
            <a:lvl9pPr indent="-354330" lvl="8" marL="4114800" algn="l">
              <a:spcBef>
                <a:spcPts val="360"/>
              </a:spcBef>
              <a:spcAft>
                <a:spcPts val="0"/>
              </a:spcAft>
              <a:buSzPts val="1980"/>
              <a:buChar char="•"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0" type="dt"/>
          </p:nvPr>
        </p:nvSpPr>
        <p:spPr>
          <a:xfrm>
            <a:off x="6858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1" type="ftr"/>
          </p:nvPr>
        </p:nvSpPr>
        <p:spPr>
          <a:xfrm>
            <a:off x="3124200" y="61658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685800" y="3508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 rot="5400000">
            <a:off x="2527300" y="-163513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60045" lvl="2" marL="13716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54330" lvl="4" marL="2286000" algn="l">
              <a:spcBef>
                <a:spcPts val="360"/>
              </a:spcBef>
              <a:spcAft>
                <a:spcPts val="0"/>
              </a:spcAft>
              <a:buSzPts val="1980"/>
              <a:buChar char="•"/>
              <a:defRPr/>
            </a:lvl5pPr>
            <a:lvl6pPr indent="-354330" lvl="5" marL="2743200" algn="l">
              <a:spcBef>
                <a:spcPts val="360"/>
              </a:spcBef>
              <a:spcAft>
                <a:spcPts val="0"/>
              </a:spcAft>
              <a:buSzPts val="1980"/>
              <a:buChar char="•"/>
              <a:defRPr/>
            </a:lvl6pPr>
            <a:lvl7pPr indent="-354330" lvl="6" marL="3200400" algn="l">
              <a:spcBef>
                <a:spcPts val="360"/>
              </a:spcBef>
              <a:spcAft>
                <a:spcPts val="0"/>
              </a:spcAft>
              <a:buSzPts val="1980"/>
              <a:buChar char="•"/>
              <a:defRPr/>
            </a:lvl7pPr>
            <a:lvl8pPr indent="-354330" lvl="7" marL="3657600" algn="l">
              <a:spcBef>
                <a:spcPts val="360"/>
              </a:spcBef>
              <a:spcAft>
                <a:spcPts val="0"/>
              </a:spcAft>
              <a:buSzPts val="1980"/>
              <a:buChar char="•"/>
              <a:defRPr/>
            </a:lvl8pPr>
            <a:lvl9pPr indent="-354330" lvl="8" marL="4114800" algn="l">
              <a:spcBef>
                <a:spcPts val="360"/>
              </a:spcBef>
              <a:spcAft>
                <a:spcPts val="0"/>
              </a:spcAft>
              <a:buSzPts val="1980"/>
              <a:buChar char="•"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6858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3124200" y="61658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610"/>
              <a:buFont typeface="Times New Roman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150"/>
              <a:buFont typeface="Times New Roman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9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9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9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9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90"/>
              <a:buFont typeface="Times New Roman"/>
              <a:buNone/>
              <a:defRPr sz="900"/>
            </a:lvl9pPr>
          </a:lstStyle>
          <a:p/>
        </p:txBody>
      </p:sp>
      <p:sp>
        <p:nvSpPr>
          <p:cNvPr id="41" name="Google Shape;41;p5"/>
          <p:cNvSpPr txBox="1"/>
          <p:nvPr>
            <p:ph idx="10" type="dt"/>
          </p:nvPr>
        </p:nvSpPr>
        <p:spPr>
          <a:xfrm>
            <a:off x="6858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3124200" y="61658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62280" lvl="0" marL="457200" algn="l">
              <a:spcBef>
                <a:spcPts val="640"/>
              </a:spcBef>
              <a:spcAft>
                <a:spcPts val="0"/>
              </a:spcAft>
              <a:buSzPts val="3680"/>
              <a:buFont typeface="Times New Roman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  <a:defRPr sz="2800"/>
            </a:lvl2pPr>
            <a:lvl3pPr indent="-403860" lvl="2" marL="1371600" algn="l">
              <a:spcBef>
                <a:spcPts val="480"/>
              </a:spcBef>
              <a:spcAft>
                <a:spcPts val="0"/>
              </a:spcAft>
              <a:buSzPts val="2760"/>
              <a:buFont typeface="Times New Roman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–"/>
              <a:defRPr sz="2000"/>
            </a:lvl4pPr>
            <a:lvl5pPr indent="-368300" lvl="4" marL="2286000" algn="l">
              <a:spcBef>
                <a:spcPts val="400"/>
              </a:spcBef>
              <a:spcAft>
                <a:spcPts val="0"/>
              </a:spcAft>
              <a:buSzPts val="2200"/>
              <a:buFont typeface="Times New Roman"/>
              <a:buChar char="•"/>
              <a:defRPr sz="2000"/>
            </a:lvl5pPr>
            <a:lvl6pPr indent="-368300" lvl="5" marL="2743200" algn="l">
              <a:spcBef>
                <a:spcPts val="400"/>
              </a:spcBef>
              <a:spcAft>
                <a:spcPts val="0"/>
              </a:spcAft>
              <a:buSzPts val="2200"/>
              <a:buFont typeface="Times New Roman"/>
              <a:buChar char="•"/>
              <a:defRPr sz="2000"/>
            </a:lvl6pPr>
            <a:lvl7pPr indent="-368300" lvl="6" marL="3200400" algn="l">
              <a:spcBef>
                <a:spcPts val="400"/>
              </a:spcBef>
              <a:spcAft>
                <a:spcPts val="0"/>
              </a:spcAft>
              <a:buSzPts val="2200"/>
              <a:buFont typeface="Times New Roman"/>
              <a:buChar char="•"/>
              <a:defRPr sz="2000"/>
            </a:lvl7pPr>
            <a:lvl8pPr indent="-368300" lvl="7" marL="3657600" algn="l">
              <a:spcBef>
                <a:spcPts val="400"/>
              </a:spcBef>
              <a:spcAft>
                <a:spcPts val="0"/>
              </a:spcAft>
              <a:buSzPts val="2200"/>
              <a:buFont typeface="Times New Roman"/>
              <a:buChar char="•"/>
              <a:defRPr sz="2000"/>
            </a:lvl8pPr>
            <a:lvl9pPr indent="-368300" lvl="8" marL="4114800" algn="l">
              <a:spcBef>
                <a:spcPts val="400"/>
              </a:spcBef>
              <a:spcAft>
                <a:spcPts val="0"/>
              </a:spcAft>
              <a:buSzPts val="2200"/>
              <a:buFont typeface="Times New Roman"/>
              <a:buChar char="•"/>
              <a:defRPr sz="2000"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610"/>
              <a:buFont typeface="Times New Roman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150"/>
              <a:buFont typeface="Times New Roman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9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9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9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9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90"/>
              <a:buFont typeface="Times New Roman"/>
              <a:buNone/>
              <a:defRPr sz="900"/>
            </a:lvl9pPr>
          </a:lstStyle>
          <a:p/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6858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1" type="ftr"/>
          </p:nvPr>
        </p:nvSpPr>
        <p:spPr>
          <a:xfrm>
            <a:off x="3124200" y="61658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685800" y="3508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6858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3124200" y="61658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76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207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76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76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76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76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76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3860" lvl="0" marL="457200" algn="l">
              <a:spcBef>
                <a:spcPts val="480"/>
              </a:spcBef>
              <a:spcAft>
                <a:spcPts val="0"/>
              </a:spcAft>
              <a:buSzPts val="2760"/>
              <a:buFont typeface="Times New Roman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–"/>
              <a:defRPr sz="2000"/>
            </a:lvl2pPr>
            <a:lvl3pPr indent="-360045" lvl="2" marL="1371600" algn="l">
              <a:spcBef>
                <a:spcPts val="360"/>
              </a:spcBef>
              <a:spcAft>
                <a:spcPts val="0"/>
              </a:spcAft>
              <a:buSzPts val="2070"/>
              <a:buFont typeface="Times New Roman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–"/>
              <a:defRPr sz="1600"/>
            </a:lvl4pPr>
            <a:lvl5pPr indent="-340360" lvl="4" marL="2286000" algn="l">
              <a:spcBef>
                <a:spcPts val="320"/>
              </a:spcBef>
              <a:spcAft>
                <a:spcPts val="0"/>
              </a:spcAft>
              <a:buSzPts val="1760"/>
              <a:buFont typeface="Times New Roman"/>
              <a:buChar char="•"/>
              <a:defRPr sz="1600"/>
            </a:lvl5pPr>
            <a:lvl6pPr indent="-340360" lvl="5" marL="2743200" algn="l">
              <a:spcBef>
                <a:spcPts val="320"/>
              </a:spcBef>
              <a:spcAft>
                <a:spcPts val="0"/>
              </a:spcAft>
              <a:buSzPts val="1760"/>
              <a:buFont typeface="Times New Roman"/>
              <a:buChar char="•"/>
              <a:defRPr sz="1600"/>
            </a:lvl6pPr>
            <a:lvl7pPr indent="-340360" lvl="6" marL="3200400" algn="l">
              <a:spcBef>
                <a:spcPts val="320"/>
              </a:spcBef>
              <a:spcAft>
                <a:spcPts val="0"/>
              </a:spcAft>
              <a:buSzPts val="1760"/>
              <a:buFont typeface="Times New Roman"/>
              <a:buChar char="•"/>
              <a:defRPr sz="1600"/>
            </a:lvl7pPr>
            <a:lvl8pPr indent="-340360" lvl="7" marL="3657600" algn="l">
              <a:spcBef>
                <a:spcPts val="320"/>
              </a:spcBef>
              <a:spcAft>
                <a:spcPts val="0"/>
              </a:spcAft>
              <a:buSzPts val="1760"/>
              <a:buFont typeface="Times New Roman"/>
              <a:buChar char="•"/>
              <a:defRPr sz="1600"/>
            </a:lvl8pPr>
            <a:lvl9pPr indent="-340360" lvl="8" marL="4114800" algn="l">
              <a:spcBef>
                <a:spcPts val="320"/>
              </a:spcBef>
              <a:spcAft>
                <a:spcPts val="0"/>
              </a:spcAft>
              <a:buSzPts val="1760"/>
              <a:buFont typeface="Times New Roman"/>
              <a:buChar char="•"/>
              <a:defRPr sz="1600"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76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207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76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76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76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76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76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3860" lvl="0" marL="457200" algn="l">
              <a:spcBef>
                <a:spcPts val="480"/>
              </a:spcBef>
              <a:spcAft>
                <a:spcPts val="0"/>
              </a:spcAft>
              <a:buSzPts val="2760"/>
              <a:buFont typeface="Times New Roman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–"/>
              <a:defRPr sz="2000"/>
            </a:lvl2pPr>
            <a:lvl3pPr indent="-360045" lvl="2" marL="1371600" algn="l">
              <a:spcBef>
                <a:spcPts val="360"/>
              </a:spcBef>
              <a:spcAft>
                <a:spcPts val="0"/>
              </a:spcAft>
              <a:buSzPts val="2070"/>
              <a:buFont typeface="Times New Roman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–"/>
              <a:defRPr sz="1600"/>
            </a:lvl4pPr>
            <a:lvl5pPr indent="-340360" lvl="4" marL="2286000" algn="l">
              <a:spcBef>
                <a:spcPts val="320"/>
              </a:spcBef>
              <a:spcAft>
                <a:spcPts val="0"/>
              </a:spcAft>
              <a:buSzPts val="1760"/>
              <a:buFont typeface="Times New Roman"/>
              <a:buChar char="•"/>
              <a:defRPr sz="1600"/>
            </a:lvl5pPr>
            <a:lvl6pPr indent="-340360" lvl="5" marL="2743200" algn="l">
              <a:spcBef>
                <a:spcPts val="320"/>
              </a:spcBef>
              <a:spcAft>
                <a:spcPts val="0"/>
              </a:spcAft>
              <a:buSzPts val="1760"/>
              <a:buFont typeface="Times New Roman"/>
              <a:buChar char="•"/>
              <a:defRPr sz="1600"/>
            </a:lvl6pPr>
            <a:lvl7pPr indent="-340360" lvl="6" marL="3200400" algn="l">
              <a:spcBef>
                <a:spcPts val="320"/>
              </a:spcBef>
              <a:spcAft>
                <a:spcPts val="0"/>
              </a:spcAft>
              <a:buSzPts val="1760"/>
              <a:buFont typeface="Times New Roman"/>
              <a:buChar char="•"/>
              <a:defRPr sz="1600"/>
            </a:lvl7pPr>
            <a:lvl8pPr indent="-340360" lvl="7" marL="3657600" algn="l">
              <a:spcBef>
                <a:spcPts val="320"/>
              </a:spcBef>
              <a:spcAft>
                <a:spcPts val="0"/>
              </a:spcAft>
              <a:buSzPts val="1760"/>
              <a:buFont typeface="Times New Roman"/>
              <a:buChar char="•"/>
              <a:defRPr sz="1600"/>
            </a:lvl8pPr>
            <a:lvl9pPr indent="-340360" lvl="8" marL="4114800" algn="l">
              <a:spcBef>
                <a:spcPts val="320"/>
              </a:spcBef>
              <a:spcAft>
                <a:spcPts val="0"/>
              </a:spcAft>
              <a:buSzPts val="1760"/>
              <a:buFont typeface="Times New Roman"/>
              <a:buChar char="•"/>
              <a:defRPr sz="1600"/>
            </a:lvl9pPr>
          </a:lstStyle>
          <a:p/>
        </p:txBody>
      </p:sp>
      <p:sp>
        <p:nvSpPr>
          <p:cNvPr id="62" name="Google Shape;62;p8"/>
          <p:cNvSpPr txBox="1"/>
          <p:nvPr>
            <p:ph idx="10" type="dt"/>
          </p:nvPr>
        </p:nvSpPr>
        <p:spPr>
          <a:xfrm>
            <a:off x="6858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1" type="ftr"/>
          </p:nvPr>
        </p:nvSpPr>
        <p:spPr>
          <a:xfrm>
            <a:off x="3124200" y="61658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type="title"/>
          </p:nvPr>
        </p:nvSpPr>
        <p:spPr>
          <a:xfrm>
            <a:off x="685800" y="3508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body"/>
          </p:nvPr>
        </p:nvSpPr>
        <p:spPr>
          <a:xfrm>
            <a:off x="698500" y="1665288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3070" lvl="0" marL="457200" algn="l">
              <a:spcBef>
                <a:spcPts val="560"/>
              </a:spcBef>
              <a:spcAft>
                <a:spcPts val="0"/>
              </a:spcAft>
              <a:buSzPts val="3220"/>
              <a:buFont typeface="Times New Roman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–"/>
              <a:defRPr sz="2400"/>
            </a:lvl2pPr>
            <a:lvl3pPr indent="-374650" lvl="2" marL="1371600" algn="l">
              <a:spcBef>
                <a:spcPts val="400"/>
              </a:spcBef>
              <a:spcAft>
                <a:spcPts val="0"/>
              </a:spcAft>
              <a:buSzPts val="2300"/>
              <a:buFont typeface="Times New Roman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–"/>
              <a:defRPr sz="1800"/>
            </a:lvl4pPr>
            <a:lvl5pPr indent="-354330" lvl="4" marL="2286000" algn="l">
              <a:spcBef>
                <a:spcPts val="360"/>
              </a:spcBef>
              <a:spcAft>
                <a:spcPts val="0"/>
              </a:spcAft>
              <a:buSzPts val="1980"/>
              <a:buFont typeface="Times New Roman"/>
              <a:buChar char="•"/>
              <a:defRPr sz="1800"/>
            </a:lvl5pPr>
            <a:lvl6pPr indent="-354330" lvl="5" marL="2743200" algn="l">
              <a:spcBef>
                <a:spcPts val="360"/>
              </a:spcBef>
              <a:spcAft>
                <a:spcPts val="0"/>
              </a:spcAft>
              <a:buSzPts val="1980"/>
              <a:buFont typeface="Times New Roman"/>
              <a:buChar char="•"/>
              <a:defRPr sz="1800"/>
            </a:lvl6pPr>
            <a:lvl7pPr indent="-354330" lvl="6" marL="3200400" algn="l">
              <a:spcBef>
                <a:spcPts val="360"/>
              </a:spcBef>
              <a:spcAft>
                <a:spcPts val="0"/>
              </a:spcAft>
              <a:buSzPts val="1980"/>
              <a:buFont typeface="Times New Roman"/>
              <a:buChar char="•"/>
              <a:defRPr sz="1800"/>
            </a:lvl7pPr>
            <a:lvl8pPr indent="-354330" lvl="7" marL="3657600" algn="l">
              <a:spcBef>
                <a:spcPts val="360"/>
              </a:spcBef>
              <a:spcAft>
                <a:spcPts val="0"/>
              </a:spcAft>
              <a:buSzPts val="1980"/>
              <a:buFont typeface="Times New Roman"/>
              <a:buChar char="•"/>
              <a:defRPr sz="1800"/>
            </a:lvl8pPr>
            <a:lvl9pPr indent="-354330" lvl="8" marL="4114800" algn="l">
              <a:spcBef>
                <a:spcPts val="360"/>
              </a:spcBef>
              <a:spcAft>
                <a:spcPts val="0"/>
              </a:spcAft>
              <a:buSzPts val="1980"/>
              <a:buFont typeface="Times New Roman"/>
              <a:buChar char="•"/>
              <a:defRPr sz="18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60900" y="1665288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3070" lvl="0" marL="457200" algn="l">
              <a:spcBef>
                <a:spcPts val="560"/>
              </a:spcBef>
              <a:spcAft>
                <a:spcPts val="0"/>
              </a:spcAft>
              <a:buSzPts val="3220"/>
              <a:buFont typeface="Times New Roman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–"/>
              <a:defRPr sz="2400"/>
            </a:lvl2pPr>
            <a:lvl3pPr indent="-374650" lvl="2" marL="1371600" algn="l">
              <a:spcBef>
                <a:spcPts val="400"/>
              </a:spcBef>
              <a:spcAft>
                <a:spcPts val="0"/>
              </a:spcAft>
              <a:buSzPts val="2300"/>
              <a:buFont typeface="Times New Roman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–"/>
              <a:defRPr sz="1800"/>
            </a:lvl4pPr>
            <a:lvl5pPr indent="-354330" lvl="4" marL="2286000" algn="l">
              <a:spcBef>
                <a:spcPts val="360"/>
              </a:spcBef>
              <a:spcAft>
                <a:spcPts val="0"/>
              </a:spcAft>
              <a:buSzPts val="1980"/>
              <a:buFont typeface="Times New Roman"/>
              <a:buChar char="•"/>
              <a:defRPr sz="1800"/>
            </a:lvl5pPr>
            <a:lvl6pPr indent="-354330" lvl="5" marL="2743200" algn="l">
              <a:spcBef>
                <a:spcPts val="360"/>
              </a:spcBef>
              <a:spcAft>
                <a:spcPts val="0"/>
              </a:spcAft>
              <a:buSzPts val="1980"/>
              <a:buFont typeface="Times New Roman"/>
              <a:buChar char="•"/>
              <a:defRPr sz="1800"/>
            </a:lvl6pPr>
            <a:lvl7pPr indent="-354330" lvl="6" marL="3200400" algn="l">
              <a:spcBef>
                <a:spcPts val="360"/>
              </a:spcBef>
              <a:spcAft>
                <a:spcPts val="0"/>
              </a:spcAft>
              <a:buSzPts val="1980"/>
              <a:buFont typeface="Times New Roman"/>
              <a:buChar char="•"/>
              <a:defRPr sz="1800"/>
            </a:lvl7pPr>
            <a:lvl8pPr indent="-354330" lvl="7" marL="3657600" algn="l">
              <a:spcBef>
                <a:spcPts val="360"/>
              </a:spcBef>
              <a:spcAft>
                <a:spcPts val="0"/>
              </a:spcAft>
              <a:buSzPts val="1980"/>
              <a:buFont typeface="Times New Roman"/>
              <a:buChar char="•"/>
              <a:defRPr sz="1800"/>
            </a:lvl8pPr>
            <a:lvl9pPr indent="-354330" lvl="8" marL="4114800" algn="l">
              <a:spcBef>
                <a:spcPts val="360"/>
              </a:spcBef>
              <a:spcAft>
                <a:spcPts val="0"/>
              </a:spcAft>
              <a:buSzPts val="1980"/>
              <a:buFont typeface="Times New Roman"/>
              <a:buChar char="•"/>
              <a:defRPr sz="1800"/>
            </a:lvl9pPr>
          </a:lstStyle>
          <a:p/>
        </p:txBody>
      </p:sp>
      <p:sp>
        <p:nvSpPr>
          <p:cNvPr id="69" name="Google Shape;69;p9"/>
          <p:cNvSpPr txBox="1"/>
          <p:nvPr>
            <p:ph idx="10" type="dt"/>
          </p:nvPr>
        </p:nvSpPr>
        <p:spPr>
          <a:xfrm>
            <a:off x="6858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1" type="ftr"/>
          </p:nvPr>
        </p:nvSpPr>
        <p:spPr>
          <a:xfrm>
            <a:off x="3124200" y="61658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300"/>
              <a:buFont typeface="Times New Roman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840"/>
              <a:buFont typeface="Times New Roman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540"/>
              <a:buFont typeface="Times New Roman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540"/>
              <a:buFont typeface="Times New Roman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540"/>
              <a:buFont typeface="Times New Roman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540"/>
              <a:buFont typeface="Times New Roman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540"/>
              <a:buFont typeface="Times New Roman"/>
              <a:buNone/>
              <a:defRPr sz="1400"/>
            </a:lvl9pPr>
          </a:lstStyle>
          <a:p/>
        </p:txBody>
      </p:sp>
      <p:sp>
        <p:nvSpPr>
          <p:cNvPr id="75" name="Google Shape;75;p10"/>
          <p:cNvSpPr txBox="1"/>
          <p:nvPr>
            <p:ph idx="10" type="dt"/>
          </p:nvPr>
        </p:nvSpPr>
        <p:spPr>
          <a:xfrm>
            <a:off x="6858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1" type="ftr"/>
          </p:nvPr>
        </p:nvSpPr>
        <p:spPr>
          <a:xfrm>
            <a:off x="3124200" y="61658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type="title"/>
          </p:nvPr>
        </p:nvSpPr>
        <p:spPr>
          <a:xfrm>
            <a:off x="685800" y="3508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" type="body"/>
          </p:nvPr>
        </p:nvSpPr>
        <p:spPr>
          <a:xfrm>
            <a:off x="698500" y="1665287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60045" lvl="2" marL="13716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54330" lvl="4" marL="2286000" algn="l">
              <a:spcBef>
                <a:spcPts val="360"/>
              </a:spcBef>
              <a:spcAft>
                <a:spcPts val="0"/>
              </a:spcAft>
              <a:buSzPts val="1980"/>
              <a:buChar char="•"/>
              <a:defRPr/>
            </a:lvl5pPr>
            <a:lvl6pPr indent="-354330" lvl="5" marL="2743200" algn="l">
              <a:spcBef>
                <a:spcPts val="360"/>
              </a:spcBef>
              <a:spcAft>
                <a:spcPts val="0"/>
              </a:spcAft>
              <a:buSzPts val="1980"/>
              <a:buChar char="•"/>
              <a:defRPr/>
            </a:lvl6pPr>
            <a:lvl7pPr indent="-354330" lvl="6" marL="3200400" algn="l">
              <a:spcBef>
                <a:spcPts val="360"/>
              </a:spcBef>
              <a:spcAft>
                <a:spcPts val="0"/>
              </a:spcAft>
              <a:buSzPts val="1980"/>
              <a:buChar char="•"/>
              <a:defRPr/>
            </a:lvl7pPr>
            <a:lvl8pPr indent="-354330" lvl="7" marL="3657600" algn="l">
              <a:spcBef>
                <a:spcPts val="360"/>
              </a:spcBef>
              <a:spcAft>
                <a:spcPts val="0"/>
              </a:spcAft>
              <a:buSzPts val="1980"/>
              <a:buChar char="•"/>
              <a:defRPr/>
            </a:lvl8pPr>
            <a:lvl9pPr indent="-354330" lvl="8" marL="4114800" algn="l">
              <a:spcBef>
                <a:spcPts val="360"/>
              </a:spcBef>
              <a:spcAft>
                <a:spcPts val="0"/>
              </a:spcAft>
              <a:buSzPts val="1980"/>
              <a:buChar char="•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0" type="dt"/>
          </p:nvPr>
        </p:nvSpPr>
        <p:spPr>
          <a:xfrm>
            <a:off x="6858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1" type="ftr"/>
          </p:nvPr>
        </p:nvSpPr>
        <p:spPr>
          <a:xfrm>
            <a:off x="3124200" y="61658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-38100" y="-12700"/>
            <a:ext cx="9239250" cy="6940550"/>
            <a:chOff x="-12" y="-10"/>
            <a:chExt cx="5820" cy="4372"/>
          </a:xfrm>
        </p:grpSpPr>
        <p:sp>
          <p:nvSpPr>
            <p:cNvPr id="11" name="Google Shape;11;p1"/>
            <p:cNvSpPr txBox="1"/>
            <p:nvPr/>
          </p:nvSpPr>
          <p:spPr>
            <a:xfrm>
              <a:off x="5520" y="-8"/>
              <a:ext cx="287" cy="4364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100000">
                  <a:srgbClr val="0066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" name="Google Shape;12;p1"/>
            <p:cNvSpPr txBox="1"/>
            <p:nvPr/>
          </p:nvSpPr>
          <p:spPr>
            <a:xfrm>
              <a:off x="-8" y="-8"/>
              <a:ext cx="288" cy="4368"/>
            </a:xfrm>
            <a:prstGeom prst="rect">
              <a:avLst/>
            </a:prstGeom>
            <a:gradFill>
              <a:gsLst>
                <a:gs pos="0">
                  <a:srgbClr val="006600"/>
                </a:gs>
                <a:gs pos="100000">
                  <a:schemeClr val="dk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2" y="-10"/>
              <a:ext cx="5798" cy="288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9" y="21600"/>
                  </a:lnTo>
                  <a:lnTo>
                    <a:pt x="20511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6600"/>
                </a:gs>
                <a:gs pos="100000">
                  <a:schemeClr val="dk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 flipH="1" rot="10800000">
              <a:off x="-12" y="4072"/>
              <a:ext cx="5820" cy="29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100" y="21600"/>
                  </a:lnTo>
                  <a:lnTo>
                    <a:pt x="205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rgbClr val="00660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descr="Green marble" id="15" name="Google Shape;15;p1"/>
            <p:cNvSpPr txBox="1"/>
            <p:nvPr/>
          </p:nvSpPr>
          <p:spPr>
            <a:xfrm>
              <a:off x="184" y="176"/>
              <a:ext cx="5432" cy="3988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6" name="Google Shape;16;p1"/>
          <p:cNvSpPr txBox="1"/>
          <p:nvPr>
            <p:ph type="title"/>
          </p:nvPr>
        </p:nvSpPr>
        <p:spPr>
          <a:xfrm>
            <a:off x="685800" y="3508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" type="body"/>
          </p:nvPr>
        </p:nvSpPr>
        <p:spPr>
          <a:xfrm>
            <a:off x="698500" y="1665287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6228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3680"/>
              <a:buFont typeface="Times New Roman"/>
              <a:buChar char="•"/>
              <a:defRPr b="0" i="0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4038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760"/>
              <a:buFont typeface="Times New Roman"/>
              <a:buChar char="•"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683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Times New Roman"/>
              <a:buChar char="•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683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Times New Roman"/>
              <a:buChar char="•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683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Times New Roman"/>
              <a:buChar char="•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683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Times New Roman"/>
              <a:buChar char="•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683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Times New Roman"/>
              <a:buChar char="•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0" type="dt"/>
          </p:nvPr>
        </p:nvSpPr>
        <p:spPr>
          <a:xfrm>
            <a:off x="6858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1" type="ftr"/>
          </p:nvPr>
        </p:nvSpPr>
        <p:spPr>
          <a:xfrm>
            <a:off x="3124200" y="61658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" name="Google Shape;20;p1"/>
          <p:cNvSpPr txBox="1"/>
          <p:nvPr>
            <p:ph idx="12" type="sldNum"/>
          </p:nvPr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youtube.com/watch?v=08VyJOEcDo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/>
          <p:nvPr/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9" name="Google Shape;89;p12"/>
          <p:cNvSpPr txBox="1"/>
          <p:nvPr/>
        </p:nvSpPr>
        <p:spPr>
          <a:xfrm>
            <a:off x="609600" y="757237"/>
            <a:ext cx="8001000" cy="506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526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process by which food is converted into substances that   </a:t>
            </a:r>
            <a:endParaRPr/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can be absorbed and assimilated by the body. </a:t>
            </a:r>
            <a:endParaRPr/>
          </a:p>
          <a:p>
            <a:pPr indent="-17526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Mechanical &amp; chemical breakdown of food into   </a:t>
            </a:r>
            <a:endParaRPr/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nutrients.</a:t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 main macromolecules in food: </a:t>
            </a:r>
            <a:r>
              <a:rPr b="0" i="0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nucleic acids, proteins,</a:t>
            </a:r>
            <a:endParaRPr/>
          </a:p>
          <a:p>
            <a:pPr indent="-285750" lvl="1" marL="74295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fats,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b="0" i="0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carbohydrates.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broken down into smaller molecules of </a:t>
            </a:r>
            <a:r>
              <a:rPr b="0" i="0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nucleotides, amino</a:t>
            </a:r>
            <a:endParaRPr/>
          </a:p>
          <a:p>
            <a:pPr indent="-285750" lvl="1" marL="74295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acids, fatty acids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0" i="0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glycerol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0" i="0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sugars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85750" lvl="1" marL="74295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being absorbed </a:t>
            </a:r>
            <a:endParaRPr/>
          </a:p>
          <a:p>
            <a:pPr indent="-285750" lvl="1" marL="74295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minerals, vitamins, and water are also extracted from</a:t>
            </a:r>
            <a:endParaRPr/>
          </a:p>
          <a:p>
            <a:pPr indent="0" lvl="0" marL="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food during the process of digestion. </a:t>
            </a:r>
            <a:endParaRPr/>
          </a:p>
        </p:txBody>
      </p:sp>
      <p:sp>
        <p:nvSpPr>
          <p:cNvPr id="90" name="Google Shape;90;p12"/>
          <p:cNvSpPr txBox="1"/>
          <p:nvPr/>
        </p:nvSpPr>
        <p:spPr>
          <a:xfrm>
            <a:off x="609600" y="166687"/>
            <a:ext cx="80010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Digestion</a:t>
            </a:r>
            <a:endParaRPr/>
          </a:p>
        </p:txBody>
      </p:sp>
      <p:cxnSp>
        <p:nvCxnSpPr>
          <p:cNvPr id="91" name="Google Shape;91;p12"/>
          <p:cNvCxnSpPr/>
          <p:nvPr/>
        </p:nvCxnSpPr>
        <p:spPr>
          <a:xfrm>
            <a:off x="4724400" y="2819400"/>
            <a:ext cx="0" cy="60960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"/>
            <a:headEnd len="med" w="med" type="none"/>
            <a:tailEnd len="med" w="med" type="triangle"/>
          </a:ln>
        </p:spPr>
      </p:cxnSp>
      <p:cxnSp>
        <p:nvCxnSpPr>
          <p:cNvPr id="92" name="Google Shape;92;p12"/>
          <p:cNvCxnSpPr/>
          <p:nvPr/>
        </p:nvCxnSpPr>
        <p:spPr>
          <a:xfrm>
            <a:off x="4724400" y="4038600"/>
            <a:ext cx="0" cy="60960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/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33400" y="381000"/>
            <a:ext cx="8229600" cy="5049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Food Sources</a:t>
            </a:r>
            <a:endParaRPr/>
          </a:p>
          <a:p>
            <a:pPr indent="0" lvl="0" marL="0" marR="0" rtl="0" algn="l">
              <a:lnSpc>
                <a:spcPct val="7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Biologists categorize animals into three groups based</a:t>
            </a:r>
            <a:endParaRPr/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their food source. </a:t>
            </a:r>
            <a:endParaRPr/>
          </a:p>
          <a:p>
            <a:pPr indent="-285750" lvl="1" marL="742950" marR="0" rtl="0" algn="l">
              <a:lnSpc>
                <a:spcPct val="7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20"/>
              <a:buFont typeface="Times New Roman"/>
              <a:buChar char="•"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Herbivores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obtain all food from plants.       Examples:cows, horses, and nearly all rodents.</a:t>
            </a:r>
            <a:endParaRPr/>
          </a:p>
          <a:p>
            <a:pPr indent="-285750" lvl="1" marL="742950" marR="0" rtl="0" algn="l">
              <a:lnSpc>
                <a:spcPct val="7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20"/>
              <a:buFont typeface="Times New Roman"/>
              <a:buChar char="•"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Carnivores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obtain all food from meat. </a:t>
            </a:r>
            <a:endParaRPr/>
          </a:p>
          <a:p>
            <a:pPr indent="-285750" lvl="1" marL="742950" marR="0" rtl="0" algn="l">
              <a:lnSpc>
                <a:spcPct val="75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Examples: cats, eagles, wolves, and frogs.</a:t>
            </a:r>
            <a:endParaRPr/>
          </a:p>
          <a:p>
            <a:pPr indent="-285750" lvl="1" marL="742950" marR="0" rtl="0" algn="l">
              <a:lnSpc>
                <a:spcPct val="7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20"/>
              <a:buFont typeface="Times New Roman"/>
              <a:buChar char="•"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Omnivores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obtain food from both plants and meat. Examples: humans and bears.</a:t>
            </a:r>
            <a:endParaRPr/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animal’s digestive system is specifically suited to processing food obtained from its food source. For example, herbivores’ digestive systems are equipped to break down plant material, and carnivores’ are not.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/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381000" y="228600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Digestive system(Tract)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57200" y="914400"/>
            <a:ext cx="8229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digestive tract is the area where digestion takes place.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digestive tract varies widely in complexity from species to species.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most primitive form found in nematodes is simply a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tubular gut with no specialized features.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slightly more advanced digestive tract found in earthworms includes specialized areas for ingestion, storage, fragmentation, digestion, and absorption.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most advanced digestive tracts, found among the vertebrates,exhibit specialization on a much greater scale.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381000" y="228600"/>
            <a:ext cx="838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Digestive system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62000" y="990600"/>
            <a:ext cx="79248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Human Digestive System:  a)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alimentary canal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    gastrointestinal tract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   b)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several accessory organs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The alimentary canal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gastrointestinal tract:</a:t>
            </a:r>
            <a:endParaRPr b="1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tube, or gut, through which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food travels in one direction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Mouth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Esophagus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Stomach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intestine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intestine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Rectum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Anus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2514600"/>
            <a:ext cx="342900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/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381000" y="228600"/>
            <a:ext cx="838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Digestive system (contd.)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762000" y="990600"/>
            <a:ext cx="79248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Accessory organs: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285750" lvl="1" marL="742950" marR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Aid in digestion. However, food does not pass through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Char char="–"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Char char="–"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Gall bladder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Char char="–"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Pancreas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2133600"/>
            <a:ext cx="342900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/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381000" y="152400"/>
            <a:ext cx="838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Digestive system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457200" y="762000"/>
            <a:ext cx="79248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human alimentary canal: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alimentary canal begins at the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mouth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the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pharynx.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here, food travels down a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muscular tube called the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esophagus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and into the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stomach.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stomach connects to the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small intestine,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which in turn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connects to the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intestine.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form of mechanical and chemical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digestion breaks down food at every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step along this tube and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Nutrients are absorbed across the walls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of both intestines.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products remaining after food travels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through the large intestine are waste, which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exit the body through the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anus.</a:t>
            </a:r>
            <a:endParaRPr/>
          </a:p>
        </p:txBody>
      </p:sp>
      <p:pic>
        <p:nvPicPr>
          <p:cNvPr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1295400"/>
            <a:ext cx="335280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/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pic>
        <p:nvPicPr>
          <p:cNvPr id="135" name="Google Shape;1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93750"/>
            <a:ext cx="6705600" cy="502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5400" y="762000"/>
            <a:ext cx="4038600" cy="5275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/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2" name="Google Shape;142;p19"/>
          <p:cNvSpPr txBox="1"/>
          <p:nvPr/>
        </p:nvSpPr>
        <p:spPr>
          <a:xfrm>
            <a:off x="76200" y="152400"/>
            <a:ext cx="891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and functions of components of Human Digestive System </a:t>
            </a:r>
            <a:endParaRPr/>
          </a:p>
        </p:txBody>
      </p:sp>
      <p:sp>
        <p:nvSpPr>
          <p:cNvPr id="143" name="Google Shape;143;p19"/>
          <p:cNvSpPr txBox="1"/>
          <p:nvPr/>
        </p:nvSpPr>
        <p:spPr>
          <a:xfrm>
            <a:off x="457200" y="685800"/>
            <a:ext cx="83058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oral cavity (Digestion in Mouth):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Mouth, the teeth. the tongue, Salivary Glands.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teeth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break food into smaller pieces to expose more of the 	      food’s surface area to digestive enzymes.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tongue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muscle used to manipulate food and form it into a 	         bolus, a round, easy-to swallow ball.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Salivary glands: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secrete mucous saliva,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Saliva: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contains water, salt and an enzyme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called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salivary amylase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salivary amylase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breaks down starch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into smaller sugars.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contains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buffers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substances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that neutralize acidic foods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antibacterial substances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kill bacteria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in the food.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also eases the passage of food through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the pharynx and esophagus. </a:t>
            </a:r>
            <a:endParaRPr/>
          </a:p>
        </p:txBody>
      </p:sp>
      <p:pic>
        <p:nvPicPr>
          <p:cNvPr id="144" name="Google Shape;14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1687" y="2590800"/>
            <a:ext cx="3338512" cy="346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/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0" name="Google Shape;150;p20"/>
          <p:cNvSpPr txBox="1"/>
          <p:nvPr/>
        </p:nvSpPr>
        <p:spPr>
          <a:xfrm>
            <a:off x="76200" y="152400"/>
            <a:ext cx="891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and functions of components of Human Digestive System </a:t>
            </a:r>
            <a:endParaRPr/>
          </a:p>
        </p:txBody>
      </p:sp>
      <p:sp>
        <p:nvSpPr>
          <p:cNvPr id="151" name="Google Shape;151;p20"/>
          <p:cNvSpPr txBox="1"/>
          <p:nvPr/>
        </p:nvSpPr>
        <p:spPr>
          <a:xfrm>
            <a:off x="457200" y="685800"/>
            <a:ext cx="83058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Esophagus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esophagus shuttles food from the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pharynx (part of mouth) to the stomach.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muscles surrounding the esophagus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perform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peristalsis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rhythmic and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stepwise contraction of muscle that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forces food to move along the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esophageal passage.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Sphincter muscles at each end prevent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backflow.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wall of the digestive tube is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composed of 4 basic layers: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Serosa, Muscularis, Submucosa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and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mucosa.</a:t>
            </a:r>
            <a:endParaRPr/>
          </a:p>
        </p:txBody>
      </p:sp>
      <p:pic>
        <p:nvPicPr>
          <p:cNvPr id="152" name="Google Shape;152;p20"/>
          <p:cNvPicPr preferRelativeResize="0"/>
          <p:nvPr/>
        </p:nvPicPr>
        <p:blipFill rotWithShape="1">
          <a:blip r:embed="rId3">
            <a:alphaModFix/>
          </a:blip>
          <a:srcRect b="4573" l="0" r="0" t="0"/>
          <a:stretch/>
        </p:blipFill>
        <p:spPr>
          <a:xfrm>
            <a:off x="5867400" y="1600200"/>
            <a:ext cx="327660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/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8" name="Google Shape;158;p21"/>
          <p:cNvSpPr txBox="1"/>
          <p:nvPr/>
        </p:nvSpPr>
        <p:spPr>
          <a:xfrm>
            <a:off x="76200" y="152400"/>
            <a:ext cx="891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and functions of components of Human Digestive System </a:t>
            </a:r>
            <a:endParaRPr/>
          </a:p>
        </p:txBody>
      </p:sp>
      <p:sp>
        <p:nvSpPr>
          <p:cNvPr id="159" name="Google Shape;159;p21"/>
          <p:cNvSpPr txBox="1"/>
          <p:nvPr/>
        </p:nvSpPr>
        <p:spPr>
          <a:xfrm>
            <a:off x="457200" y="685800"/>
            <a:ext cx="8305800" cy="593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Stomach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9600" lvl="0" marL="60960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saclike organ.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 surface is highly convoluted, allowing it to fold up when empty and expand when full. 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Digestion occurs in the stomach as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gastric juice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is secreted by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gastric glands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located in the 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stomach lining. 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Gastric juice is an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acidic mixture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enzymes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and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mucus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Gastric glands are composed of two types of 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cells: 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760"/>
              <a:buFont typeface="Times New Roman"/>
              <a:buAutoNum type="arabicPeriod"/>
            </a:pP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Parietal cells: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secrete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hydrochloric acid (HCl)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2760"/>
              <a:buFont typeface="Times New Roman"/>
              <a:buAutoNum type="arabicPeriod"/>
            </a:pP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Chief cells: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secrete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pepsinogen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precursor to the enzyme 		  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pepsin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Protein digestion is initiated by the acidic environment of the stomach.The HCl, higher the acidity of the gastric juice to a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 level of 2.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60" name="Google Shape;160;p21"/>
          <p:cNvSpPr/>
          <p:nvPr/>
        </p:nvSpPr>
        <p:spPr>
          <a:xfrm>
            <a:off x="6934200" y="1828800"/>
            <a:ext cx="22098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6" name="Google Shape;166;p22"/>
          <p:cNvSpPr txBox="1"/>
          <p:nvPr/>
        </p:nvSpPr>
        <p:spPr>
          <a:xfrm>
            <a:off x="76200" y="152400"/>
            <a:ext cx="891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and functions of components of Human Digestive System </a:t>
            </a:r>
            <a:endParaRPr/>
          </a:p>
        </p:txBody>
      </p:sp>
      <p:sp>
        <p:nvSpPr>
          <p:cNvPr id="167" name="Google Shape;167;p22"/>
          <p:cNvSpPr txBox="1"/>
          <p:nvPr/>
        </p:nvSpPr>
        <p:spPr>
          <a:xfrm>
            <a:off x="457200" y="990600"/>
            <a:ext cx="8458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Stomach (Contd.)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pH levels are necessary for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pepsinogen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be converted into the active digestive enzyme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pepsin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which further breaks down food proteins. 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chief cells were to secrete pepsin directly into the stomach, the pepsin would digest the cells themselves. 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Additionally, mucus lines the stomach walls and prevents it from being digested.</a:t>
            </a:r>
            <a:endParaRPr/>
          </a:p>
          <a:p>
            <a:pPr indent="-434340" lvl="0" marL="609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9600" lvl="0" marL="609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mixture of gastric acid and partially digested food called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chyme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passes out of the stomach.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/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pic>
        <p:nvPicPr>
          <p:cNvPr id="173" name="Google Shape;17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228600"/>
            <a:ext cx="8610600" cy="645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/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79" name="Google Shape;179;p24"/>
          <p:cNvSpPr txBox="1"/>
          <p:nvPr/>
        </p:nvSpPr>
        <p:spPr>
          <a:xfrm>
            <a:off x="76200" y="152400"/>
            <a:ext cx="891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and functions of components of Human Digestive System </a:t>
            </a:r>
            <a:endParaRPr/>
          </a:p>
        </p:txBody>
      </p:sp>
      <p:sp>
        <p:nvSpPr>
          <p:cNvPr id="180" name="Google Shape;180;p24"/>
          <p:cNvSpPr txBox="1"/>
          <p:nvPr/>
        </p:nvSpPr>
        <p:spPr>
          <a:xfrm>
            <a:off x="457200" y="609600"/>
            <a:ext cx="83058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Small Intestine (Contd.)</a:t>
            </a:r>
            <a:endParaRPr/>
          </a:p>
          <a:p>
            <a:pPr indent="-609600" lvl="0" marL="609600" marR="0" rtl="0" algn="just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small intestine is split into three sections: </a:t>
            </a:r>
            <a:endParaRPr/>
          </a:p>
          <a:p>
            <a:pPr indent="-609600" lvl="0" marL="609600" marR="0" rtl="0" algn="just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the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duodenum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jejunum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the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ileum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609600" lvl="0" marL="609600" marR="0" rtl="0" algn="just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Chemical digestion takes place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the duodenum and the jejunum. </a:t>
            </a:r>
            <a:endParaRPr/>
          </a:p>
          <a:p>
            <a:pPr indent="-609600" lvl="0" marL="609600" marR="0" rtl="0" algn="just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ileum, the final section of the small intestine, is where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absorption of the nutrients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takes place. </a:t>
            </a:r>
            <a:endParaRPr/>
          </a:p>
          <a:p>
            <a:pPr indent="-609600" lvl="0" marL="609600" marR="0" rtl="0" algn="just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projections called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villi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cover the ileum walls. </a:t>
            </a:r>
            <a:endParaRPr/>
          </a:p>
          <a:p>
            <a:pPr indent="-609600" lvl="0" marL="609600" marR="0" rtl="0" algn="just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Cells lining the villi are covered in folds of plasma membrane that form even smaller projections called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microvilli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609600" lvl="0" marL="609600" marR="0" rtl="0" algn="just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Villi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microvilli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 the ileum’s surface area, providing more surface across which nutrients can be absorbed. </a:t>
            </a:r>
            <a:endParaRPr/>
          </a:p>
          <a:p>
            <a:pPr indent="-609600" lvl="0" marL="609600" marR="0" rtl="0" algn="just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Nutrients pass through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capillaries in the lining of the villi and into the bloodstream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where they circulate first to the liver, then throughout the rest of the body. </a:t>
            </a:r>
            <a:endParaRPr/>
          </a:p>
          <a:p>
            <a:pPr indent="-609600" lvl="0" marL="609600" marR="0" rtl="0" algn="just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Villi and microvilli projections also contain digestive</a:t>
            </a:r>
            <a:endParaRPr/>
          </a:p>
          <a:p>
            <a:pPr indent="-609600" lvl="0" marL="609600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enzymes to further digest food.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/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6" name="Google Shape;186;p25"/>
          <p:cNvSpPr txBox="1"/>
          <p:nvPr/>
        </p:nvSpPr>
        <p:spPr>
          <a:xfrm>
            <a:off x="76200" y="152400"/>
            <a:ext cx="891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and functions of components of Human Digestive System </a:t>
            </a:r>
            <a:endParaRPr/>
          </a:p>
        </p:txBody>
      </p:sp>
      <p:sp>
        <p:nvSpPr>
          <p:cNvPr id="187" name="Google Shape;187;p25"/>
          <p:cNvSpPr txBox="1"/>
          <p:nvPr/>
        </p:nvSpPr>
        <p:spPr>
          <a:xfrm>
            <a:off x="457200" y="762000"/>
            <a:ext cx="83058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Small Intestine (Contd.)</a:t>
            </a:r>
            <a:endParaRPr/>
          </a:p>
        </p:txBody>
      </p:sp>
      <p:pic>
        <p:nvPicPr>
          <p:cNvPr id="188" name="Google Shape;18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762000"/>
            <a:ext cx="8077200" cy="605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/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94" name="Google Shape;194;p26"/>
          <p:cNvSpPr txBox="1"/>
          <p:nvPr/>
        </p:nvSpPr>
        <p:spPr>
          <a:xfrm>
            <a:off x="76200" y="152400"/>
            <a:ext cx="891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and functions of components of Human Digestive System </a:t>
            </a:r>
            <a:endParaRPr/>
          </a:p>
        </p:txBody>
      </p:sp>
      <p:sp>
        <p:nvSpPr>
          <p:cNvPr id="195" name="Google Shape;195;p26"/>
          <p:cNvSpPr txBox="1"/>
          <p:nvPr/>
        </p:nvSpPr>
        <p:spPr>
          <a:xfrm>
            <a:off x="457200" y="762000"/>
            <a:ext cx="83058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Duodenum: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Controls the release of food into the small intestine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t/>
            </a:r>
            <a:endParaRPr b="1" i="0" sz="2400" u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9600" lvl="0" marL="609600" marR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Small Intestine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of the chemical breakdown (Digestion) and absorption of Food takes place here.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Bile salts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break down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fats in the chyme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while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pancreatic fluid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composed of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bicarbonate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neutralizes the acid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small intestine also contains a host of enzymes that help digest various food molecules. 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enzymes present in the small intestine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their functions are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outlined in the table below.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Pancreatic amylase, maltase, sucrase, lactase 	    Starch 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Trypsin, chymotrypsin, aminopeptidase,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carboxypeptidase 			    Protein 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Nucleases 				    Nucleic 							     acids 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Bile salts, lipase 			     Fats</a:t>
            </a:r>
            <a:endParaRPr/>
          </a:p>
        </p:txBody>
      </p:sp>
      <p:cxnSp>
        <p:nvCxnSpPr>
          <p:cNvPr id="196" name="Google Shape;196;p26"/>
          <p:cNvCxnSpPr/>
          <p:nvPr/>
        </p:nvCxnSpPr>
        <p:spPr>
          <a:xfrm>
            <a:off x="533400" y="4495800"/>
            <a:ext cx="80772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"/>
            <a:headEnd len="med" w="med" type="none"/>
            <a:tailEnd len="med" w="med" type="none"/>
          </a:ln>
        </p:spPr>
      </p:cxnSp>
      <p:cxnSp>
        <p:nvCxnSpPr>
          <p:cNvPr id="197" name="Google Shape;197;p26"/>
          <p:cNvCxnSpPr/>
          <p:nvPr/>
        </p:nvCxnSpPr>
        <p:spPr>
          <a:xfrm>
            <a:off x="533400" y="6553200"/>
            <a:ext cx="80772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/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03" name="Google Shape;203;p27"/>
          <p:cNvSpPr txBox="1"/>
          <p:nvPr/>
        </p:nvSpPr>
        <p:spPr>
          <a:xfrm>
            <a:off x="76200" y="152400"/>
            <a:ext cx="891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and functions of components of Human Digestive System </a:t>
            </a:r>
            <a:endParaRPr/>
          </a:p>
        </p:txBody>
      </p:sp>
      <p:sp>
        <p:nvSpPr>
          <p:cNvPr id="204" name="Google Shape;204;p27"/>
          <p:cNvSpPr txBox="1"/>
          <p:nvPr/>
        </p:nvSpPr>
        <p:spPr>
          <a:xfrm>
            <a:off x="457200" y="609600"/>
            <a:ext cx="8305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Large Intestine 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Food from the small intestine empties into the large intestine, or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colon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digestion and only a small percentage of absorption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take place in the large intestine. 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large intestine </a:t>
            </a: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primarily functions to concentrate waste material into a form called feces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Movements of the large intestine compact feces and move it into the rectum, where it is exited from the body through the anus. </a:t>
            </a:r>
            <a:endParaRPr/>
          </a:p>
          <a:p>
            <a:pPr indent="-609600" lvl="0" marL="60960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Feces is expelled from the body through the voluntary movements of muscles surrounding the rectum.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/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10" name="Google Shape;210;p28"/>
          <p:cNvSpPr txBox="1"/>
          <p:nvPr/>
        </p:nvSpPr>
        <p:spPr>
          <a:xfrm>
            <a:off x="76200" y="152400"/>
            <a:ext cx="891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and functions of components of Human Digestive System </a:t>
            </a:r>
            <a:endParaRPr/>
          </a:p>
        </p:txBody>
      </p:sp>
      <p:sp>
        <p:nvSpPr>
          <p:cNvPr id="211" name="Google Shape;211;p28"/>
          <p:cNvSpPr txBox="1"/>
          <p:nvPr/>
        </p:nvSpPr>
        <p:spPr>
          <a:xfrm>
            <a:off x="457200" y="609600"/>
            <a:ext cx="8305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Large Intestine (Contd.)</a:t>
            </a:r>
            <a:endParaRPr/>
          </a:p>
        </p:txBody>
      </p:sp>
      <p:pic>
        <p:nvPicPr>
          <p:cNvPr descr="3" id="212" name="Google Shape;21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990600"/>
            <a:ext cx="7315200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/>
          <p:nvPr/>
        </p:nvSpPr>
        <p:spPr>
          <a:xfrm>
            <a:off x="6553200" y="34226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18" name="Google Shape;218;p29"/>
          <p:cNvSpPr txBox="1"/>
          <p:nvPr/>
        </p:nvSpPr>
        <p:spPr>
          <a:xfrm>
            <a:off x="990600" y="1371600"/>
            <a:ext cx="7543800" cy="40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Rectum</a:t>
            </a:r>
            <a:endParaRPr b="0" i="0" sz="2400" u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Musculuar storage chamber where the undigested food (feces) is held and molded before being pushed through anus during expulsion.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Anus</a:t>
            </a:r>
            <a:endParaRPr/>
          </a:p>
          <a:p>
            <a:pPr indent="-175260" lvl="0" marL="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exit of alimentary canal</a:t>
            </a:r>
            <a:endParaRPr/>
          </a:p>
          <a:p>
            <a:pPr indent="-175260" lvl="0" marL="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is closed by a ring of muscle (the analy sphincter)</a:t>
            </a:r>
            <a:endParaRPr/>
          </a:p>
          <a:p>
            <a:pPr indent="-175260" lvl="0" marL="0" marR="0" rtl="0" algn="l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ring is relaxed during expulsion of feces.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29"/>
          <p:cNvSpPr txBox="1"/>
          <p:nvPr/>
        </p:nvSpPr>
        <p:spPr>
          <a:xfrm>
            <a:off x="304800" y="15240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and functions of components of Human Digestive System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/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25" name="Google Shape;225;p30"/>
          <p:cNvSpPr txBox="1"/>
          <p:nvPr/>
        </p:nvSpPr>
        <p:spPr>
          <a:xfrm>
            <a:off x="990600" y="914400"/>
            <a:ext cx="7162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8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 and store digestive chemicals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368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Food does not pass through these</a:t>
            </a:r>
            <a:endParaRPr/>
          </a:p>
        </p:txBody>
      </p:sp>
      <p:pic>
        <p:nvPicPr>
          <p:cNvPr descr="4" id="226" name="Google Shape;22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2209800"/>
            <a:ext cx="6858000" cy="4389437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0"/>
          <p:cNvSpPr txBox="1"/>
          <p:nvPr/>
        </p:nvSpPr>
        <p:spPr>
          <a:xfrm>
            <a:off x="228600" y="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Accessory organs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/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33" name="Google Shape;233;p31"/>
          <p:cNvSpPr txBox="1"/>
          <p:nvPr/>
        </p:nvSpPr>
        <p:spPr>
          <a:xfrm>
            <a:off x="228600" y="152400"/>
            <a:ext cx="863758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1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Accessory organ</a:t>
            </a:r>
            <a:endParaRPr/>
          </a:p>
        </p:txBody>
      </p:sp>
      <p:sp>
        <p:nvSpPr>
          <p:cNvPr id="234" name="Google Shape;234;p31"/>
          <p:cNvSpPr txBox="1"/>
          <p:nvPr/>
        </p:nvSpPr>
        <p:spPr>
          <a:xfrm>
            <a:off x="328612" y="762000"/>
            <a:ext cx="8434387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20"/>
              <a:buFont typeface="Times New Roman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Liver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Produces bile; Stores glucose as glycogen &amp; releases glucose into blood stream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3220"/>
              <a:buFont typeface="Times New Roman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Gallbladder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Stores bile, Squirts bile into small intestine when fat arrives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3220"/>
              <a:buFont typeface="Times New Roman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Pancreas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Makes enzymes. Empties into small intestine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Pancreatic juice: enzymes, bicarbonate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Insulin and glucagon secreted directly into blood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Insulin: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cells to use glucose (glucose enters   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cells) &amp; promotes formation of glycogen in liver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Glucagons: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Signals to the liver to convert glycogen   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into glucose &amp; release it into the bloodstream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"/>
          <p:cNvSpPr txBox="1"/>
          <p:nvPr/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0" name="Google Shape;240;p32"/>
          <p:cNvSpPr txBox="1"/>
          <p:nvPr/>
        </p:nvSpPr>
        <p:spPr>
          <a:xfrm>
            <a:off x="304800" y="914400"/>
            <a:ext cx="86106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2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Largest internal organ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322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Called the ‘chemical factory’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liver has multiple functions: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76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its main function within the 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digestive system is to process 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the nutrients absorbed from the 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small intestine.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76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Bile from the liver secreted into                                                   the small intestine also plays an 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important role in digesting fat.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76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liver is the body's chemical "factory." It takes the raw materials absorbed by the intestine and makes all the various chemicals the body needs to function.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76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liver also detoxifies potentially harmful chemicals. It breaks down many drugs.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endParaRPr/>
          </a:p>
        </p:txBody>
      </p:sp>
      <p:sp>
        <p:nvSpPr>
          <p:cNvPr id="241" name="Google Shape;241;p32"/>
          <p:cNvSpPr txBox="1"/>
          <p:nvPr/>
        </p:nvSpPr>
        <p:spPr>
          <a:xfrm>
            <a:off x="609600" y="152400"/>
            <a:ext cx="113347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9E36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Liver</a:t>
            </a:r>
            <a:endParaRPr/>
          </a:p>
        </p:txBody>
      </p:sp>
      <p:pic>
        <p:nvPicPr>
          <p:cNvPr id="242" name="Google Shape;2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200" y="152400"/>
            <a:ext cx="3495675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/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9" name="Google Shape;249;p33"/>
          <p:cNvSpPr txBox="1"/>
          <p:nvPr/>
        </p:nvSpPr>
        <p:spPr>
          <a:xfrm>
            <a:off x="228600" y="533400"/>
            <a:ext cx="8537575" cy="6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gallbladder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(or cholecyst sometimes gall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bladder) is a pear-shaped organ that stores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about 50 mL of bile (or "gall") until the body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needs it for digestion. It is connected to the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liver and the duodenum by the biliary tract.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760"/>
              <a:buFont typeface="Times New Roman"/>
              <a:buChar char="•"/>
            </a:pP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Bile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complex fluid containing water,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electrolytes and a battery of organic molecules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including bile acids, cholesterol, phospholipids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and bilirubin that flows through the biliary tract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into the small intestine.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fundamentally important functions of bile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76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Bile contains bile acids, which are critical for digestion and absorption of fats and fat-soluble vitamins in the small intestine.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76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waste products, including bilirubin, are eliminated from the body by secretion into bile and elimination in feces.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gall bladder stores and concentrates bile during the fasting state.</a:t>
            </a:r>
            <a:endParaRPr/>
          </a:p>
        </p:txBody>
      </p:sp>
      <p:sp>
        <p:nvSpPr>
          <p:cNvPr id="250" name="Google Shape;250;p33"/>
          <p:cNvSpPr txBox="1"/>
          <p:nvPr/>
        </p:nvSpPr>
        <p:spPr>
          <a:xfrm>
            <a:off x="457200" y="0"/>
            <a:ext cx="3817937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9E36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Gallbladder and Bile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/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57" name="Google Shape;257;p34"/>
          <p:cNvSpPr txBox="1"/>
          <p:nvPr/>
        </p:nvSpPr>
        <p:spPr>
          <a:xfrm>
            <a:off x="76200" y="533400"/>
            <a:ext cx="86106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Leaf like organ which lies between the stomach and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duodenum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secretes pancreatic juice which passes to the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duodenum to help in digestion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Amylase – for digesting starch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Protease – protein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Lipase – fat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amylase                    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Starch ------------------ glucose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protease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Proteins  ---------------  polypetides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lipase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Fats -------------------- fatty acid + glycerol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in Digestion: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enzymes break down protein, fats, and carbohydrates.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Bicarbonate in the pancreatic juice neutralizes the acidic nature of chyme from stomach.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pancreas also makes hormone insulin, secreting it directly into the bloodstream. Insulin is the chief hormone for metabolizing sugar.</a:t>
            </a:r>
            <a:endParaRPr/>
          </a:p>
        </p:txBody>
      </p:sp>
      <p:sp>
        <p:nvSpPr>
          <p:cNvPr id="258" name="Google Shape;258;p34"/>
          <p:cNvSpPr txBox="1"/>
          <p:nvPr/>
        </p:nvSpPr>
        <p:spPr>
          <a:xfrm>
            <a:off x="457200" y="0"/>
            <a:ext cx="17653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9E36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Pancreas</a:t>
            </a:r>
            <a:endParaRPr/>
          </a:p>
        </p:txBody>
      </p:sp>
      <p:pic>
        <p:nvPicPr>
          <p:cNvPr id="259" name="Google Shape;25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9800" y="0"/>
            <a:ext cx="31242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 txBox="1"/>
          <p:nvPr/>
        </p:nvSpPr>
        <p:spPr>
          <a:xfrm>
            <a:off x="6553200" y="61658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65" name="Google Shape;265;p35"/>
          <p:cNvSpPr txBox="1"/>
          <p:nvPr/>
        </p:nvSpPr>
        <p:spPr>
          <a:xfrm>
            <a:off x="528637" y="2438400"/>
            <a:ext cx="8610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0" i="0" lang="en-US" sz="3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Digestion animation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ble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