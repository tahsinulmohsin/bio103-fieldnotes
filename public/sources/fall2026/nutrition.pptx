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4"/>
    <p:sldMasterId id="214748367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y="9753600" cx="13004800"/>
  <p:notesSz cx="6858000" cy="9144000"/>
  <p:embeddedFontLst>
    <p:embeddedFont>
      <p:font typeface="Libre Baskerville"/>
      <p:regular r:id="rId33"/>
      <p:bold r:id="rId34"/>
      <p:italic r:id="rId35"/>
      <p:boldItalic r:id="rId36"/>
    </p:embeddedFont>
    <p:embeddedFont>
      <p:font typeface="Gill Sans"/>
      <p:regular r:id="rId37"/>
      <p:bold r:id="rId38"/>
    </p:embeddedFont>
    <p:embeddedFont>
      <p:font typeface="Cambria Math"/>
      <p:regular r:id="rId3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3072">
          <p15:clr>
            <a:srgbClr val="000000"/>
          </p15:clr>
        </p15:guide>
        <p15:guide id="2" pos="4096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3072" orient="horz"/>
        <p:guide pos="4096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font" Target="fonts/LibreBaskerville-regular.fntdata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35" Type="http://schemas.openxmlformats.org/officeDocument/2006/relationships/font" Target="fonts/LibreBaskerville-italic.fntdata"/><Relationship Id="rId12" Type="http://schemas.openxmlformats.org/officeDocument/2006/relationships/slide" Target="slides/slide6.xml"/><Relationship Id="rId34" Type="http://schemas.openxmlformats.org/officeDocument/2006/relationships/font" Target="fonts/LibreBaskerville-bold.fntdata"/><Relationship Id="rId15" Type="http://schemas.openxmlformats.org/officeDocument/2006/relationships/slide" Target="slides/slide9.xml"/><Relationship Id="rId37" Type="http://schemas.openxmlformats.org/officeDocument/2006/relationships/font" Target="fonts/GillSans-regular.fntdata"/><Relationship Id="rId14" Type="http://schemas.openxmlformats.org/officeDocument/2006/relationships/slide" Target="slides/slide8.xml"/><Relationship Id="rId36" Type="http://schemas.openxmlformats.org/officeDocument/2006/relationships/font" Target="fonts/LibreBaskerville-boldItalic.fntdata"/><Relationship Id="rId17" Type="http://schemas.openxmlformats.org/officeDocument/2006/relationships/slide" Target="slides/slide11.xml"/><Relationship Id="rId39" Type="http://schemas.openxmlformats.org/officeDocument/2006/relationships/font" Target="fonts/CambriaMath-regular.fntdata"/><Relationship Id="rId16" Type="http://schemas.openxmlformats.org/officeDocument/2006/relationships/slide" Target="slides/slide10.xml"/><Relationship Id="rId38" Type="http://schemas.openxmlformats.org/officeDocument/2006/relationships/font" Target="fonts/GillSans-bold.fntdata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rgbClr val="59565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rgbClr val="59565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rgbClr val="59565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rgbClr val="59565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rgbClr val="59565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rgbClr val="59565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rgbClr val="59565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rgbClr val="59565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rgbClr val="59565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2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59565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rgbClr val="59565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rgbClr val="59565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rgbClr val="59565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rgbClr val="59565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rgbClr val="59565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rgbClr val="59565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rgbClr val="59565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rgbClr val="59565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rgbClr val="59565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rgbClr val="59565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rgbClr val="59565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rgbClr val="59565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rgbClr val="59565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rgbClr val="59565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rgbClr val="59565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rgbClr val="59565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rgbClr val="59565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65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59565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1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1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1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1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1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1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1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1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1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1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2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2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2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2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5242"/>
            <a:headEnd len="sm" w="sm" type="none"/>
            <a:tailEnd len="sm" w="sm" type="none"/>
          </a:ln>
        </p:spPr>
      </p:sp>
      <p:sp>
        <p:nvSpPr>
          <p:cNvPr id="267" name="Google Shape;267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For example, if you are 25 years old, are highly active, and weigh 120 pounds, you will require 120 X 20 = 2,400 kilocalories daily to maintain weight. If you want to gain weight you will require more; to lose, you will require less. The amount is only a rough estimate.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Other factors, such as height, must be considered. A person 5 feet, 2 inches tall and active does not require as much energy as an active 6-footer whose body weight is the same.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23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65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>
                <a:solidFill>
                  <a:srgbClr val="59565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2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2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2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2"/>
          <p:cNvSpPr txBox="1"/>
          <p:nvPr>
            <p:ph type="title"/>
          </p:nvPr>
        </p:nvSpPr>
        <p:spPr>
          <a:xfrm>
            <a:off x="787400" y="1511300"/>
            <a:ext cx="11430000" cy="3810000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" type="body"/>
          </p:nvPr>
        </p:nvSpPr>
        <p:spPr>
          <a:xfrm>
            <a:off x="787400" y="5308600"/>
            <a:ext cx="11430000" cy="18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Clr>
                <a:srgbClr val="4B4B4B"/>
              </a:buClr>
              <a:buSzPts val="1800"/>
              <a:buChar char="•"/>
              <a:defRPr/>
            </a:lvl1pPr>
            <a:lvl2pPr indent="-342900" lvl="1" marL="914400" algn="ctr">
              <a:spcBef>
                <a:spcPts val="0"/>
              </a:spcBef>
              <a:spcAft>
                <a:spcPts val="0"/>
              </a:spcAft>
              <a:buClr>
                <a:srgbClr val="4B4B4B"/>
              </a:buClr>
              <a:buSzPts val="1800"/>
              <a:buChar char="–"/>
              <a:defRPr/>
            </a:lvl2pPr>
            <a:lvl3pPr indent="-342900" lvl="2" marL="1371600" algn="ctr">
              <a:spcBef>
                <a:spcPts val="0"/>
              </a:spcBef>
              <a:spcAft>
                <a:spcPts val="0"/>
              </a:spcAft>
              <a:buClr>
                <a:srgbClr val="4B4B4B"/>
              </a:buClr>
              <a:buSzPts val="1800"/>
              <a:buChar char="•"/>
              <a:defRPr/>
            </a:lvl3pPr>
            <a:lvl4pPr indent="-342900" lvl="3" marL="1828800" algn="ctr">
              <a:spcBef>
                <a:spcPts val="0"/>
              </a:spcBef>
              <a:spcAft>
                <a:spcPts val="0"/>
              </a:spcAft>
              <a:buClr>
                <a:srgbClr val="4B4B4B"/>
              </a:buClr>
              <a:buSzPts val="1800"/>
              <a:buChar char="–"/>
              <a:defRPr/>
            </a:lvl4pPr>
            <a:lvl5pPr indent="-342900" lvl="4" marL="2286000" algn="ctr">
              <a:spcBef>
                <a:spcPts val="0"/>
              </a:spcBef>
              <a:spcAft>
                <a:spcPts val="0"/>
              </a:spcAft>
              <a:buClr>
                <a:srgbClr val="4B4B4B"/>
              </a:buClr>
              <a:buSzPts val="1800"/>
              <a:buChar char="»"/>
              <a:defRPr/>
            </a:lvl5pPr>
            <a:lvl6pPr indent="-228600" lvl="5" marL="274320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 rot="5400000">
            <a:off x="7943850" y="2927350"/>
            <a:ext cx="5689600" cy="2857500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body"/>
          </p:nvPr>
        </p:nvSpPr>
        <p:spPr>
          <a:xfrm rot="5400000">
            <a:off x="2152650" y="146050"/>
            <a:ext cx="5689600" cy="84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Clr>
                <a:srgbClr val="4B4B4B"/>
              </a:buClr>
              <a:buSzPts val="1800"/>
              <a:buChar char="•"/>
              <a:defRPr/>
            </a:lvl1pPr>
            <a:lvl2pPr indent="-342900" lvl="1" marL="914400" algn="ctr">
              <a:spcBef>
                <a:spcPts val="0"/>
              </a:spcBef>
              <a:spcAft>
                <a:spcPts val="0"/>
              </a:spcAft>
              <a:buClr>
                <a:srgbClr val="4B4B4B"/>
              </a:buClr>
              <a:buSzPts val="1800"/>
              <a:buChar char="–"/>
              <a:defRPr/>
            </a:lvl2pPr>
            <a:lvl3pPr indent="-342900" lvl="2" marL="1371600" algn="ctr">
              <a:spcBef>
                <a:spcPts val="0"/>
              </a:spcBef>
              <a:spcAft>
                <a:spcPts val="0"/>
              </a:spcAft>
              <a:buClr>
                <a:srgbClr val="4B4B4B"/>
              </a:buClr>
              <a:buSzPts val="1800"/>
              <a:buChar char="•"/>
              <a:defRPr/>
            </a:lvl3pPr>
            <a:lvl4pPr indent="-342900" lvl="3" marL="1828800" algn="ctr">
              <a:spcBef>
                <a:spcPts val="0"/>
              </a:spcBef>
              <a:spcAft>
                <a:spcPts val="0"/>
              </a:spcAft>
              <a:buClr>
                <a:srgbClr val="4B4B4B"/>
              </a:buClr>
              <a:buSzPts val="1800"/>
              <a:buChar char="–"/>
              <a:defRPr/>
            </a:lvl4pPr>
            <a:lvl5pPr indent="-342900" lvl="4" marL="2286000" algn="ctr">
              <a:spcBef>
                <a:spcPts val="0"/>
              </a:spcBef>
              <a:spcAft>
                <a:spcPts val="0"/>
              </a:spcAft>
              <a:buClr>
                <a:srgbClr val="4B4B4B"/>
              </a:buClr>
              <a:buSzPts val="1800"/>
              <a:buChar char="»"/>
              <a:defRPr/>
            </a:lvl5pPr>
            <a:lvl6pPr indent="-228600" lvl="5" marL="274320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 txBox="1"/>
          <p:nvPr>
            <p:ph type="title"/>
          </p:nvPr>
        </p:nvSpPr>
        <p:spPr>
          <a:xfrm>
            <a:off x="787400" y="1511300"/>
            <a:ext cx="11430000" cy="3810000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" type="body"/>
          </p:nvPr>
        </p:nvSpPr>
        <p:spPr>
          <a:xfrm rot="5400000">
            <a:off x="5556250" y="539750"/>
            <a:ext cx="1892300" cy="114300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Clr>
                <a:srgbClr val="4B4B4B"/>
              </a:buClr>
              <a:buSzPts val="1800"/>
              <a:buChar char="•"/>
              <a:defRPr/>
            </a:lvl1pPr>
            <a:lvl2pPr indent="-342900" lvl="1" marL="914400" algn="ctr">
              <a:spcBef>
                <a:spcPts val="0"/>
              </a:spcBef>
              <a:spcAft>
                <a:spcPts val="0"/>
              </a:spcAft>
              <a:buClr>
                <a:srgbClr val="4B4B4B"/>
              </a:buClr>
              <a:buSzPts val="1800"/>
              <a:buChar char="–"/>
              <a:defRPr/>
            </a:lvl2pPr>
            <a:lvl3pPr indent="-342900" lvl="2" marL="1371600" algn="ctr">
              <a:spcBef>
                <a:spcPts val="0"/>
              </a:spcBef>
              <a:spcAft>
                <a:spcPts val="0"/>
              </a:spcAft>
              <a:buClr>
                <a:srgbClr val="4B4B4B"/>
              </a:buClr>
              <a:buSzPts val="1800"/>
              <a:buChar char="•"/>
              <a:defRPr/>
            </a:lvl3pPr>
            <a:lvl4pPr indent="-342900" lvl="3" marL="1828800" algn="ctr">
              <a:spcBef>
                <a:spcPts val="0"/>
              </a:spcBef>
              <a:spcAft>
                <a:spcPts val="0"/>
              </a:spcAft>
              <a:buClr>
                <a:srgbClr val="4B4B4B"/>
              </a:buClr>
              <a:buSzPts val="1800"/>
              <a:buChar char="–"/>
              <a:defRPr/>
            </a:lvl4pPr>
            <a:lvl5pPr indent="-342900" lvl="4" marL="2286000" algn="ctr">
              <a:spcBef>
                <a:spcPts val="0"/>
              </a:spcBef>
              <a:spcAft>
                <a:spcPts val="0"/>
              </a:spcAft>
              <a:buClr>
                <a:srgbClr val="4B4B4B"/>
              </a:buClr>
              <a:buSzPts val="1800"/>
              <a:buChar char="»"/>
              <a:defRPr/>
            </a:lvl5pPr>
            <a:lvl6pPr indent="-228600" lvl="5" marL="274320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/>
          <p:nvPr>
            <p:ph type="title"/>
          </p:nvPr>
        </p:nvSpPr>
        <p:spPr>
          <a:xfrm>
            <a:off x="2549525" y="6827838"/>
            <a:ext cx="7802563" cy="806450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2549525" y="871538"/>
            <a:ext cx="7802563" cy="5851525"/>
          </a:xfrm>
          <a:prstGeom prst="rect">
            <a:avLst/>
          </a:prstGeom>
          <a:noFill/>
          <a:ln>
            <a:noFill/>
          </a:ln>
        </p:spPr>
      </p:sp>
      <p:sp>
        <p:nvSpPr>
          <p:cNvPr id="24" name="Google Shape;24;p5"/>
          <p:cNvSpPr txBox="1"/>
          <p:nvPr>
            <p:ph idx="1" type="body"/>
          </p:nvPr>
        </p:nvSpPr>
        <p:spPr>
          <a:xfrm>
            <a:off x="2549525" y="7634288"/>
            <a:ext cx="7802563" cy="1144587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Autofit/>
          </a:bodyPr>
          <a:lstStyle>
            <a:lvl1pPr indent="-228600" lvl="0" marL="457200" algn="ctr">
              <a:spcBef>
                <a:spcPts val="0"/>
              </a:spcBef>
              <a:spcAft>
                <a:spcPts val="0"/>
              </a:spcAft>
              <a:buClr>
                <a:srgbClr val="4B4B4B"/>
              </a:buClr>
              <a:buSzPts val="1400"/>
              <a:buFont typeface="Arial"/>
              <a:buNone/>
              <a:defRPr sz="1400"/>
            </a:lvl1pPr>
            <a:lvl2pPr indent="-228600" lvl="1" marL="914400" algn="ctr">
              <a:spcBef>
                <a:spcPts val="0"/>
              </a:spcBef>
              <a:spcAft>
                <a:spcPts val="0"/>
              </a:spcAft>
              <a:buClr>
                <a:srgbClr val="4B4B4B"/>
              </a:buClr>
              <a:buSzPts val="1200"/>
              <a:buFont typeface="Arial"/>
              <a:buNone/>
              <a:defRPr sz="1200"/>
            </a:lvl2pPr>
            <a:lvl3pPr indent="-228600" lvl="2" marL="1371600" algn="ctr">
              <a:spcBef>
                <a:spcPts val="0"/>
              </a:spcBef>
              <a:spcAft>
                <a:spcPts val="0"/>
              </a:spcAft>
              <a:buClr>
                <a:srgbClr val="4B4B4B"/>
              </a:buClr>
              <a:buSzPts val="1000"/>
              <a:buFont typeface="Arial"/>
              <a:buNone/>
              <a:defRPr sz="1000"/>
            </a:lvl3pPr>
            <a:lvl4pPr indent="-228600" lvl="3" marL="1828800" algn="ctr">
              <a:spcBef>
                <a:spcPts val="0"/>
              </a:spcBef>
              <a:spcAft>
                <a:spcPts val="0"/>
              </a:spcAft>
              <a:buClr>
                <a:srgbClr val="4B4B4B"/>
              </a:buClr>
              <a:buSzPts val="900"/>
              <a:buFont typeface="Arial"/>
              <a:buNone/>
              <a:defRPr sz="900"/>
            </a:lvl4pPr>
            <a:lvl5pPr indent="-228600" lvl="4" marL="2286000" algn="ctr">
              <a:spcBef>
                <a:spcPts val="0"/>
              </a:spcBef>
              <a:spcAft>
                <a:spcPts val="0"/>
              </a:spcAft>
              <a:buClr>
                <a:srgbClr val="4B4B4B"/>
              </a:buClr>
              <a:buSzPts val="900"/>
              <a:buFont typeface="Arial"/>
              <a:buNone/>
              <a:defRPr sz="900"/>
            </a:lvl5pPr>
            <a:lvl6pPr indent="-228600" lvl="5" marL="2743200" algn="ctr">
              <a:spcBef>
                <a:spcPts val="0"/>
              </a:spcBef>
              <a:spcAft>
                <a:spcPts val="0"/>
              </a:spcAft>
              <a:buClr>
                <a:srgbClr val="4B4B4B"/>
              </a:buClr>
              <a:buSzPts val="900"/>
              <a:buFont typeface="Arial"/>
              <a:buNone/>
              <a:defRPr sz="900"/>
            </a:lvl6pPr>
            <a:lvl7pPr indent="-228600" lvl="6" marL="3200400" algn="ctr">
              <a:spcBef>
                <a:spcPts val="0"/>
              </a:spcBef>
              <a:spcAft>
                <a:spcPts val="0"/>
              </a:spcAft>
              <a:buClr>
                <a:srgbClr val="4B4B4B"/>
              </a:buClr>
              <a:buSzPts val="900"/>
              <a:buFont typeface="Arial"/>
              <a:buNone/>
              <a:defRPr sz="900"/>
            </a:lvl7pPr>
            <a:lvl8pPr indent="-228600" lvl="7" marL="3657600" algn="ctr">
              <a:spcBef>
                <a:spcPts val="0"/>
              </a:spcBef>
              <a:spcAft>
                <a:spcPts val="0"/>
              </a:spcAft>
              <a:buClr>
                <a:srgbClr val="4B4B4B"/>
              </a:buClr>
              <a:buSzPts val="900"/>
              <a:buFont typeface="Arial"/>
              <a:buNone/>
              <a:defRPr sz="900"/>
            </a:lvl8pPr>
            <a:lvl9pPr indent="-228600" lvl="8" marL="4114800" algn="ctr">
              <a:spcBef>
                <a:spcPts val="0"/>
              </a:spcBef>
              <a:spcAft>
                <a:spcPts val="0"/>
              </a:spcAft>
              <a:buClr>
                <a:srgbClr val="4B4B4B"/>
              </a:buClr>
              <a:buSzPts val="900"/>
              <a:buFont typeface="Arial"/>
              <a:buNone/>
              <a:defRPr sz="900"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650875" y="388938"/>
            <a:ext cx="4278313" cy="1652587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5084763" y="388938"/>
            <a:ext cx="7269162" cy="8323262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Autofit/>
          </a:bodyPr>
          <a:lstStyle>
            <a:lvl1pPr indent="-431800" lvl="0" marL="457200" algn="ctr">
              <a:spcBef>
                <a:spcPts val="0"/>
              </a:spcBef>
              <a:spcAft>
                <a:spcPts val="0"/>
              </a:spcAft>
              <a:buClr>
                <a:srgbClr val="4B4B4B"/>
              </a:buClr>
              <a:buSzPts val="3200"/>
              <a:buFont typeface="Arial"/>
              <a:buChar char="•"/>
              <a:defRPr sz="3200"/>
            </a:lvl1pPr>
            <a:lvl2pPr indent="-406400" lvl="1" marL="914400" algn="ctr">
              <a:spcBef>
                <a:spcPts val="0"/>
              </a:spcBef>
              <a:spcAft>
                <a:spcPts val="0"/>
              </a:spcAft>
              <a:buClr>
                <a:srgbClr val="4B4B4B"/>
              </a:buClr>
              <a:buSzPts val="2800"/>
              <a:buFont typeface="Arial"/>
              <a:buChar char="–"/>
              <a:defRPr sz="2800"/>
            </a:lvl2pPr>
            <a:lvl3pPr indent="-381000" lvl="2" marL="1371600" algn="ctr">
              <a:spcBef>
                <a:spcPts val="0"/>
              </a:spcBef>
              <a:spcAft>
                <a:spcPts val="0"/>
              </a:spcAft>
              <a:buClr>
                <a:srgbClr val="4B4B4B"/>
              </a:buClr>
              <a:buSzPts val="2400"/>
              <a:buFont typeface="Arial"/>
              <a:buChar char="•"/>
              <a:defRPr sz="2400"/>
            </a:lvl3pPr>
            <a:lvl4pPr indent="-355600" lvl="3" marL="1828800" algn="ctr">
              <a:spcBef>
                <a:spcPts val="0"/>
              </a:spcBef>
              <a:spcAft>
                <a:spcPts val="0"/>
              </a:spcAft>
              <a:buClr>
                <a:srgbClr val="4B4B4B"/>
              </a:buClr>
              <a:buSzPts val="2000"/>
              <a:buFont typeface="Arial"/>
              <a:buChar char="–"/>
              <a:defRPr sz="2000"/>
            </a:lvl4pPr>
            <a:lvl5pPr indent="-355600" lvl="4" marL="2286000" algn="ctr">
              <a:spcBef>
                <a:spcPts val="0"/>
              </a:spcBef>
              <a:spcAft>
                <a:spcPts val="0"/>
              </a:spcAft>
              <a:buClr>
                <a:srgbClr val="4B4B4B"/>
              </a:buClr>
              <a:buSzPts val="2000"/>
              <a:buFont typeface="Arial"/>
              <a:buChar char="»"/>
              <a:defRPr sz="2000"/>
            </a:lvl5pPr>
            <a:lvl6pPr indent="-228600" lvl="5" marL="274320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2000"/>
            </a:lvl6pPr>
            <a:lvl7pPr indent="-228600" lvl="6" marL="320040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2000"/>
            </a:lvl7pPr>
            <a:lvl8pPr indent="-228600" lvl="7" marL="365760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2000"/>
            </a:lvl8pPr>
            <a:lvl9pPr indent="-228600" lvl="8" marL="411480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2000"/>
            </a:lvl9pPr>
          </a:lstStyle>
          <a:p/>
        </p:txBody>
      </p:sp>
      <p:sp>
        <p:nvSpPr>
          <p:cNvPr id="28" name="Google Shape;28;p6"/>
          <p:cNvSpPr txBox="1"/>
          <p:nvPr>
            <p:ph idx="2" type="body"/>
          </p:nvPr>
        </p:nvSpPr>
        <p:spPr>
          <a:xfrm>
            <a:off x="650875" y="2041525"/>
            <a:ext cx="4278313" cy="6670675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Autofit/>
          </a:bodyPr>
          <a:lstStyle>
            <a:lvl1pPr indent="-228600" lvl="0" marL="457200" algn="ctr">
              <a:spcBef>
                <a:spcPts val="0"/>
              </a:spcBef>
              <a:spcAft>
                <a:spcPts val="0"/>
              </a:spcAft>
              <a:buClr>
                <a:srgbClr val="4B4B4B"/>
              </a:buClr>
              <a:buSzPts val="1400"/>
              <a:buFont typeface="Arial"/>
              <a:buNone/>
              <a:defRPr sz="1400"/>
            </a:lvl1pPr>
            <a:lvl2pPr indent="-228600" lvl="1" marL="914400" algn="ctr">
              <a:spcBef>
                <a:spcPts val="0"/>
              </a:spcBef>
              <a:spcAft>
                <a:spcPts val="0"/>
              </a:spcAft>
              <a:buClr>
                <a:srgbClr val="4B4B4B"/>
              </a:buClr>
              <a:buSzPts val="1200"/>
              <a:buFont typeface="Arial"/>
              <a:buNone/>
              <a:defRPr sz="1200"/>
            </a:lvl2pPr>
            <a:lvl3pPr indent="-228600" lvl="2" marL="1371600" algn="ctr">
              <a:spcBef>
                <a:spcPts val="0"/>
              </a:spcBef>
              <a:spcAft>
                <a:spcPts val="0"/>
              </a:spcAft>
              <a:buClr>
                <a:srgbClr val="4B4B4B"/>
              </a:buClr>
              <a:buSzPts val="1000"/>
              <a:buFont typeface="Arial"/>
              <a:buNone/>
              <a:defRPr sz="1000"/>
            </a:lvl3pPr>
            <a:lvl4pPr indent="-228600" lvl="3" marL="1828800" algn="ctr">
              <a:spcBef>
                <a:spcPts val="0"/>
              </a:spcBef>
              <a:spcAft>
                <a:spcPts val="0"/>
              </a:spcAft>
              <a:buClr>
                <a:srgbClr val="4B4B4B"/>
              </a:buClr>
              <a:buSzPts val="900"/>
              <a:buFont typeface="Arial"/>
              <a:buNone/>
              <a:defRPr sz="900"/>
            </a:lvl4pPr>
            <a:lvl5pPr indent="-228600" lvl="4" marL="2286000" algn="ctr">
              <a:spcBef>
                <a:spcPts val="0"/>
              </a:spcBef>
              <a:spcAft>
                <a:spcPts val="0"/>
              </a:spcAft>
              <a:buClr>
                <a:srgbClr val="4B4B4B"/>
              </a:buClr>
              <a:buSzPts val="900"/>
              <a:buFont typeface="Arial"/>
              <a:buNone/>
              <a:defRPr sz="900"/>
            </a:lvl5pPr>
            <a:lvl6pPr indent="-228600" lvl="5" marL="2743200" algn="ctr">
              <a:spcBef>
                <a:spcPts val="0"/>
              </a:spcBef>
              <a:spcAft>
                <a:spcPts val="0"/>
              </a:spcAft>
              <a:buClr>
                <a:srgbClr val="4B4B4B"/>
              </a:buClr>
              <a:buSzPts val="900"/>
              <a:buFont typeface="Arial"/>
              <a:buNone/>
              <a:defRPr sz="900"/>
            </a:lvl6pPr>
            <a:lvl7pPr indent="-228600" lvl="6" marL="3200400" algn="ctr">
              <a:spcBef>
                <a:spcPts val="0"/>
              </a:spcBef>
              <a:spcAft>
                <a:spcPts val="0"/>
              </a:spcAft>
              <a:buClr>
                <a:srgbClr val="4B4B4B"/>
              </a:buClr>
              <a:buSzPts val="900"/>
              <a:buFont typeface="Arial"/>
              <a:buNone/>
              <a:defRPr sz="900"/>
            </a:lvl7pPr>
            <a:lvl8pPr indent="-228600" lvl="7" marL="3657600" algn="ctr">
              <a:spcBef>
                <a:spcPts val="0"/>
              </a:spcBef>
              <a:spcAft>
                <a:spcPts val="0"/>
              </a:spcAft>
              <a:buClr>
                <a:srgbClr val="4B4B4B"/>
              </a:buClr>
              <a:buSzPts val="900"/>
              <a:buFont typeface="Arial"/>
              <a:buNone/>
              <a:defRPr sz="900"/>
            </a:lvl8pPr>
            <a:lvl9pPr indent="-228600" lvl="8" marL="4114800" algn="ctr">
              <a:spcBef>
                <a:spcPts val="0"/>
              </a:spcBef>
              <a:spcAft>
                <a:spcPts val="0"/>
              </a:spcAft>
              <a:buClr>
                <a:srgbClr val="4B4B4B"/>
              </a:buClr>
              <a:buSzPts val="900"/>
              <a:buFont typeface="Arial"/>
              <a:buNone/>
              <a:defRPr sz="900"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8"/>
          <p:cNvSpPr txBox="1"/>
          <p:nvPr>
            <p:ph type="title"/>
          </p:nvPr>
        </p:nvSpPr>
        <p:spPr>
          <a:xfrm>
            <a:off x="787400" y="1511300"/>
            <a:ext cx="11430000" cy="3810000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9"/>
          <p:cNvSpPr txBox="1"/>
          <p:nvPr>
            <p:ph type="title"/>
          </p:nvPr>
        </p:nvSpPr>
        <p:spPr>
          <a:xfrm>
            <a:off x="650875" y="390525"/>
            <a:ext cx="11703050" cy="1625600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9"/>
          <p:cNvSpPr txBox="1"/>
          <p:nvPr>
            <p:ph idx="1" type="body"/>
          </p:nvPr>
        </p:nvSpPr>
        <p:spPr>
          <a:xfrm>
            <a:off x="650875" y="2182813"/>
            <a:ext cx="5745163" cy="909637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noAutofit/>
          </a:bodyPr>
          <a:lstStyle>
            <a:lvl1pPr indent="-228600" lvl="0" marL="457200" algn="ctr">
              <a:spcBef>
                <a:spcPts val="0"/>
              </a:spcBef>
              <a:spcAft>
                <a:spcPts val="0"/>
              </a:spcAft>
              <a:buClr>
                <a:srgbClr val="4B4B4B"/>
              </a:buClr>
              <a:buSzPts val="2400"/>
              <a:buFont typeface="Arial"/>
              <a:buNone/>
              <a:defRPr b="1" sz="2400"/>
            </a:lvl1pPr>
            <a:lvl2pPr indent="-228600" lvl="1" marL="914400" algn="ctr">
              <a:spcBef>
                <a:spcPts val="0"/>
              </a:spcBef>
              <a:spcAft>
                <a:spcPts val="0"/>
              </a:spcAft>
              <a:buClr>
                <a:srgbClr val="4B4B4B"/>
              </a:buClr>
              <a:buSzPts val="2000"/>
              <a:buFont typeface="Arial"/>
              <a:buNone/>
              <a:defRPr b="1" sz="2000"/>
            </a:lvl2pPr>
            <a:lvl3pPr indent="-228600" lvl="2" marL="1371600" algn="ctr">
              <a:spcBef>
                <a:spcPts val="0"/>
              </a:spcBef>
              <a:spcAft>
                <a:spcPts val="0"/>
              </a:spcAft>
              <a:buClr>
                <a:srgbClr val="4B4B4B"/>
              </a:buClr>
              <a:buSzPts val="1800"/>
              <a:buFont typeface="Arial"/>
              <a:buNone/>
              <a:defRPr b="1" sz="1800"/>
            </a:lvl3pPr>
            <a:lvl4pPr indent="-228600" lvl="3" marL="1828800" algn="ctr">
              <a:spcBef>
                <a:spcPts val="0"/>
              </a:spcBef>
              <a:spcAft>
                <a:spcPts val="0"/>
              </a:spcAft>
              <a:buClr>
                <a:srgbClr val="4B4B4B"/>
              </a:buClr>
              <a:buSzPts val="1600"/>
              <a:buFont typeface="Arial"/>
              <a:buNone/>
              <a:defRPr b="1" sz="1600"/>
            </a:lvl4pPr>
            <a:lvl5pPr indent="-228600" lvl="4" marL="2286000" algn="ctr">
              <a:spcBef>
                <a:spcPts val="0"/>
              </a:spcBef>
              <a:spcAft>
                <a:spcPts val="0"/>
              </a:spcAft>
              <a:buClr>
                <a:srgbClr val="4B4B4B"/>
              </a:buClr>
              <a:buSzPts val="1600"/>
              <a:buFont typeface="Arial"/>
              <a:buNone/>
              <a:defRPr b="1" sz="1600"/>
            </a:lvl5pPr>
            <a:lvl6pPr indent="-228600" lvl="5" marL="2743200" algn="ctr">
              <a:spcBef>
                <a:spcPts val="0"/>
              </a:spcBef>
              <a:spcAft>
                <a:spcPts val="0"/>
              </a:spcAft>
              <a:buClr>
                <a:srgbClr val="4B4B4B"/>
              </a:buClr>
              <a:buSzPts val="1600"/>
              <a:buFont typeface="Arial"/>
              <a:buNone/>
              <a:defRPr b="1" sz="1600"/>
            </a:lvl6pPr>
            <a:lvl7pPr indent="-228600" lvl="6" marL="3200400" algn="ctr">
              <a:spcBef>
                <a:spcPts val="0"/>
              </a:spcBef>
              <a:spcAft>
                <a:spcPts val="0"/>
              </a:spcAft>
              <a:buClr>
                <a:srgbClr val="4B4B4B"/>
              </a:buClr>
              <a:buSzPts val="1600"/>
              <a:buFont typeface="Arial"/>
              <a:buNone/>
              <a:defRPr b="1" sz="1600"/>
            </a:lvl7pPr>
            <a:lvl8pPr indent="-228600" lvl="7" marL="3657600" algn="ctr">
              <a:spcBef>
                <a:spcPts val="0"/>
              </a:spcBef>
              <a:spcAft>
                <a:spcPts val="0"/>
              </a:spcAft>
              <a:buClr>
                <a:srgbClr val="4B4B4B"/>
              </a:buClr>
              <a:buSzPts val="1600"/>
              <a:buFont typeface="Arial"/>
              <a:buNone/>
              <a:defRPr b="1" sz="1600"/>
            </a:lvl8pPr>
            <a:lvl9pPr indent="-228600" lvl="8" marL="4114800" algn="ctr">
              <a:spcBef>
                <a:spcPts val="0"/>
              </a:spcBef>
              <a:spcAft>
                <a:spcPts val="0"/>
              </a:spcAft>
              <a:buClr>
                <a:srgbClr val="4B4B4B"/>
              </a:buClr>
              <a:buSzPts val="1600"/>
              <a:buFont typeface="Arial"/>
              <a:buNone/>
              <a:defRPr b="1" sz="1600"/>
            </a:lvl9pPr>
          </a:lstStyle>
          <a:p/>
        </p:txBody>
      </p:sp>
      <p:sp>
        <p:nvSpPr>
          <p:cNvPr id="35" name="Google Shape;35;p9"/>
          <p:cNvSpPr txBox="1"/>
          <p:nvPr>
            <p:ph idx="2" type="body"/>
          </p:nvPr>
        </p:nvSpPr>
        <p:spPr>
          <a:xfrm>
            <a:off x="650875" y="3092450"/>
            <a:ext cx="5745163" cy="561975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Autofit/>
          </a:bodyPr>
          <a:lstStyle>
            <a:lvl1pPr indent="-381000" lvl="0" marL="457200" algn="ctr">
              <a:spcBef>
                <a:spcPts val="0"/>
              </a:spcBef>
              <a:spcAft>
                <a:spcPts val="0"/>
              </a:spcAft>
              <a:buClr>
                <a:srgbClr val="4B4B4B"/>
              </a:buClr>
              <a:buSzPts val="2400"/>
              <a:buFont typeface="Arial"/>
              <a:buChar char="•"/>
              <a:defRPr sz="2400"/>
            </a:lvl1pPr>
            <a:lvl2pPr indent="-355600" lvl="1" marL="914400" algn="ctr">
              <a:spcBef>
                <a:spcPts val="0"/>
              </a:spcBef>
              <a:spcAft>
                <a:spcPts val="0"/>
              </a:spcAft>
              <a:buClr>
                <a:srgbClr val="4B4B4B"/>
              </a:buClr>
              <a:buSzPts val="2000"/>
              <a:buFont typeface="Arial"/>
              <a:buChar char="–"/>
              <a:defRPr sz="2000"/>
            </a:lvl2pPr>
            <a:lvl3pPr indent="-342900" lvl="2" marL="1371600" algn="ctr">
              <a:spcBef>
                <a:spcPts val="0"/>
              </a:spcBef>
              <a:spcAft>
                <a:spcPts val="0"/>
              </a:spcAft>
              <a:buClr>
                <a:srgbClr val="4B4B4B"/>
              </a:buClr>
              <a:buSzPts val="1800"/>
              <a:buFont typeface="Arial"/>
              <a:buChar char="•"/>
              <a:defRPr sz="1800"/>
            </a:lvl3pPr>
            <a:lvl4pPr indent="-330200" lvl="3" marL="1828800" algn="ctr">
              <a:spcBef>
                <a:spcPts val="0"/>
              </a:spcBef>
              <a:spcAft>
                <a:spcPts val="0"/>
              </a:spcAft>
              <a:buClr>
                <a:srgbClr val="4B4B4B"/>
              </a:buClr>
              <a:buSzPts val="1600"/>
              <a:buFont typeface="Arial"/>
              <a:buChar char="–"/>
              <a:defRPr sz="1600"/>
            </a:lvl4pPr>
            <a:lvl5pPr indent="-330200" lvl="4" marL="2286000" algn="ctr">
              <a:spcBef>
                <a:spcPts val="0"/>
              </a:spcBef>
              <a:spcAft>
                <a:spcPts val="0"/>
              </a:spcAft>
              <a:buClr>
                <a:srgbClr val="4B4B4B"/>
              </a:buClr>
              <a:buSzPts val="1600"/>
              <a:buFont typeface="Arial"/>
              <a:buChar char="»"/>
              <a:defRPr sz="1600"/>
            </a:lvl5pPr>
            <a:lvl6pPr indent="-228600" lvl="5" marL="274320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6pPr>
            <a:lvl7pPr indent="-228600" lvl="6" marL="320040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7pPr>
            <a:lvl8pPr indent="-228600" lvl="7" marL="365760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8pPr>
            <a:lvl9pPr indent="-228600" lvl="8" marL="411480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9pPr>
          </a:lstStyle>
          <a:p/>
        </p:txBody>
      </p:sp>
      <p:sp>
        <p:nvSpPr>
          <p:cNvPr id="36" name="Google Shape;36;p9"/>
          <p:cNvSpPr txBox="1"/>
          <p:nvPr>
            <p:ph idx="3" type="body"/>
          </p:nvPr>
        </p:nvSpPr>
        <p:spPr>
          <a:xfrm>
            <a:off x="6605588" y="2182813"/>
            <a:ext cx="5748337" cy="909637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noAutofit/>
          </a:bodyPr>
          <a:lstStyle>
            <a:lvl1pPr indent="-228600" lvl="0" marL="457200" algn="ctr">
              <a:spcBef>
                <a:spcPts val="0"/>
              </a:spcBef>
              <a:spcAft>
                <a:spcPts val="0"/>
              </a:spcAft>
              <a:buClr>
                <a:srgbClr val="4B4B4B"/>
              </a:buClr>
              <a:buSzPts val="2400"/>
              <a:buFont typeface="Arial"/>
              <a:buNone/>
              <a:defRPr b="1" sz="2400"/>
            </a:lvl1pPr>
            <a:lvl2pPr indent="-228600" lvl="1" marL="914400" algn="ctr">
              <a:spcBef>
                <a:spcPts val="0"/>
              </a:spcBef>
              <a:spcAft>
                <a:spcPts val="0"/>
              </a:spcAft>
              <a:buClr>
                <a:srgbClr val="4B4B4B"/>
              </a:buClr>
              <a:buSzPts val="2000"/>
              <a:buFont typeface="Arial"/>
              <a:buNone/>
              <a:defRPr b="1" sz="2000"/>
            </a:lvl2pPr>
            <a:lvl3pPr indent="-228600" lvl="2" marL="1371600" algn="ctr">
              <a:spcBef>
                <a:spcPts val="0"/>
              </a:spcBef>
              <a:spcAft>
                <a:spcPts val="0"/>
              </a:spcAft>
              <a:buClr>
                <a:srgbClr val="4B4B4B"/>
              </a:buClr>
              <a:buSzPts val="1800"/>
              <a:buFont typeface="Arial"/>
              <a:buNone/>
              <a:defRPr b="1" sz="1800"/>
            </a:lvl3pPr>
            <a:lvl4pPr indent="-228600" lvl="3" marL="1828800" algn="ctr">
              <a:spcBef>
                <a:spcPts val="0"/>
              </a:spcBef>
              <a:spcAft>
                <a:spcPts val="0"/>
              </a:spcAft>
              <a:buClr>
                <a:srgbClr val="4B4B4B"/>
              </a:buClr>
              <a:buSzPts val="1600"/>
              <a:buFont typeface="Arial"/>
              <a:buNone/>
              <a:defRPr b="1" sz="1600"/>
            </a:lvl4pPr>
            <a:lvl5pPr indent="-228600" lvl="4" marL="2286000" algn="ctr">
              <a:spcBef>
                <a:spcPts val="0"/>
              </a:spcBef>
              <a:spcAft>
                <a:spcPts val="0"/>
              </a:spcAft>
              <a:buClr>
                <a:srgbClr val="4B4B4B"/>
              </a:buClr>
              <a:buSzPts val="1600"/>
              <a:buFont typeface="Arial"/>
              <a:buNone/>
              <a:defRPr b="1" sz="1600"/>
            </a:lvl5pPr>
            <a:lvl6pPr indent="-228600" lvl="5" marL="2743200" algn="ctr">
              <a:spcBef>
                <a:spcPts val="0"/>
              </a:spcBef>
              <a:spcAft>
                <a:spcPts val="0"/>
              </a:spcAft>
              <a:buClr>
                <a:srgbClr val="4B4B4B"/>
              </a:buClr>
              <a:buSzPts val="1600"/>
              <a:buFont typeface="Arial"/>
              <a:buNone/>
              <a:defRPr b="1" sz="1600"/>
            </a:lvl6pPr>
            <a:lvl7pPr indent="-228600" lvl="6" marL="3200400" algn="ctr">
              <a:spcBef>
                <a:spcPts val="0"/>
              </a:spcBef>
              <a:spcAft>
                <a:spcPts val="0"/>
              </a:spcAft>
              <a:buClr>
                <a:srgbClr val="4B4B4B"/>
              </a:buClr>
              <a:buSzPts val="1600"/>
              <a:buFont typeface="Arial"/>
              <a:buNone/>
              <a:defRPr b="1" sz="1600"/>
            </a:lvl7pPr>
            <a:lvl8pPr indent="-228600" lvl="7" marL="3657600" algn="ctr">
              <a:spcBef>
                <a:spcPts val="0"/>
              </a:spcBef>
              <a:spcAft>
                <a:spcPts val="0"/>
              </a:spcAft>
              <a:buClr>
                <a:srgbClr val="4B4B4B"/>
              </a:buClr>
              <a:buSzPts val="1600"/>
              <a:buFont typeface="Arial"/>
              <a:buNone/>
              <a:defRPr b="1" sz="1600"/>
            </a:lvl8pPr>
            <a:lvl9pPr indent="-228600" lvl="8" marL="4114800" algn="ctr">
              <a:spcBef>
                <a:spcPts val="0"/>
              </a:spcBef>
              <a:spcAft>
                <a:spcPts val="0"/>
              </a:spcAft>
              <a:buClr>
                <a:srgbClr val="4B4B4B"/>
              </a:buClr>
              <a:buSzPts val="1600"/>
              <a:buFont typeface="Arial"/>
              <a:buNone/>
              <a:defRPr b="1" sz="1600"/>
            </a:lvl9pPr>
          </a:lstStyle>
          <a:p/>
        </p:txBody>
      </p:sp>
      <p:sp>
        <p:nvSpPr>
          <p:cNvPr id="37" name="Google Shape;37;p9"/>
          <p:cNvSpPr txBox="1"/>
          <p:nvPr>
            <p:ph idx="4" type="body"/>
          </p:nvPr>
        </p:nvSpPr>
        <p:spPr>
          <a:xfrm>
            <a:off x="6605588" y="3092450"/>
            <a:ext cx="5748337" cy="561975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Autofit/>
          </a:bodyPr>
          <a:lstStyle>
            <a:lvl1pPr indent="-381000" lvl="0" marL="457200" algn="ctr">
              <a:spcBef>
                <a:spcPts val="0"/>
              </a:spcBef>
              <a:spcAft>
                <a:spcPts val="0"/>
              </a:spcAft>
              <a:buClr>
                <a:srgbClr val="4B4B4B"/>
              </a:buClr>
              <a:buSzPts val="2400"/>
              <a:buFont typeface="Arial"/>
              <a:buChar char="•"/>
              <a:defRPr sz="2400"/>
            </a:lvl1pPr>
            <a:lvl2pPr indent="-355600" lvl="1" marL="914400" algn="ctr">
              <a:spcBef>
                <a:spcPts val="0"/>
              </a:spcBef>
              <a:spcAft>
                <a:spcPts val="0"/>
              </a:spcAft>
              <a:buClr>
                <a:srgbClr val="4B4B4B"/>
              </a:buClr>
              <a:buSzPts val="2000"/>
              <a:buFont typeface="Arial"/>
              <a:buChar char="–"/>
              <a:defRPr sz="2000"/>
            </a:lvl2pPr>
            <a:lvl3pPr indent="-342900" lvl="2" marL="1371600" algn="ctr">
              <a:spcBef>
                <a:spcPts val="0"/>
              </a:spcBef>
              <a:spcAft>
                <a:spcPts val="0"/>
              </a:spcAft>
              <a:buClr>
                <a:srgbClr val="4B4B4B"/>
              </a:buClr>
              <a:buSzPts val="1800"/>
              <a:buFont typeface="Arial"/>
              <a:buChar char="•"/>
              <a:defRPr sz="1800"/>
            </a:lvl3pPr>
            <a:lvl4pPr indent="-330200" lvl="3" marL="1828800" algn="ctr">
              <a:spcBef>
                <a:spcPts val="0"/>
              </a:spcBef>
              <a:spcAft>
                <a:spcPts val="0"/>
              </a:spcAft>
              <a:buClr>
                <a:srgbClr val="4B4B4B"/>
              </a:buClr>
              <a:buSzPts val="1600"/>
              <a:buFont typeface="Arial"/>
              <a:buChar char="–"/>
              <a:defRPr sz="1600"/>
            </a:lvl4pPr>
            <a:lvl5pPr indent="-330200" lvl="4" marL="2286000" algn="ctr">
              <a:spcBef>
                <a:spcPts val="0"/>
              </a:spcBef>
              <a:spcAft>
                <a:spcPts val="0"/>
              </a:spcAft>
              <a:buClr>
                <a:srgbClr val="4B4B4B"/>
              </a:buClr>
              <a:buSzPts val="1600"/>
              <a:buFont typeface="Arial"/>
              <a:buChar char="»"/>
              <a:defRPr sz="1600"/>
            </a:lvl5pPr>
            <a:lvl6pPr indent="-228600" lvl="5" marL="274320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6pPr>
            <a:lvl7pPr indent="-228600" lvl="6" marL="320040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7pPr>
            <a:lvl8pPr indent="-228600" lvl="7" marL="365760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8pPr>
            <a:lvl9pPr indent="-228600" lvl="8" marL="411480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0"/>
          <p:cNvSpPr txBox="1"/>
          <p:nvPr>
            <p:ph type="title"/>
          </p:nvPr>
        </p:nvSpPr>
        <p:spPr>
          <a:xfrm>
            <a:off x="787400" y="1511300"/>
            <a:ext cx="11430000" cy="3810000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10"/>
          <p:cNvSpPr txBox="1"/>
          <p:nvPr>
            <p:ph idx="1" type="body"/>
          </p:nvPr>
        </p:nvSpPr>
        <p:spPr>
          <a:xfrm>
            <a:off x="787400" y="5308600"/>
            <a:ext cx="5638800" cy="18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Autofit/>
          </a:bodyPr>
          <a:lstStyle>
            <a:lvl1pPr indent="-406400" lvl="0" marL="457200" algn="ctr">
              <a:spcBef>
                <a:spcPts val="0"/>
              </a:spcBef>
              <a:spcAft>
                <a:spcPts val="0"/>
              </a:spcAft>
              <a:buClr>
                <a:srgbClr val="4B4B4B"/>
              </a:buClr>
              <a:buSzPts val="2800"/>
              <a:buFont typeface="Arial"/>
              <a:buChar char="•"/>
              <a:defRPr sz="2800"/>
            </a:lvl1pPr>
            <a:lvl2pPr indent="-381000" lvl="1" marL="914400" algn="ctr">
              <a:spcBef>
                <a:spcPts val="0"/>
              </a:spcBef>
              <a:spcAft>
                <a:spcPts val="0"/>
              </a:spcAft>
              <a:buClr>
                <a:srgbClr val="4B4B4B"/>
              </a:buClr>
              <a:buSzPts val="2400"/>
              <a:buFont typeface="Arial"/>
              <a:buChar char="–"/>
              <a:defRPr sz="2400"/>
            </a:lvl2pPr>
            <a:lvl3pPr indent="-355600" lvl="2" marL="1371600" algn="ctr">
              <a:spcBef>
                <a:spcPts val="0"/>
              </a:spcBef>
              <a:spcAft>
                <a:spcPts val="0"/>
              </a:spcAft>
              <a:buClr>
                <a:srgbClr val="4B4B4B"/>
              </a:buClr>
              <a:buSzPts val="2000"/>
              <a:buFont typeface="Arial"/>
              <a:buChar char="•"/>
              <a:defRPr sz="2000"/>
            </a:lvl3pPr>
            <a:lvl4pPr indent="-342900" lvl="3" marL="1828800" algn="ctr">
              <a:spcBef>
                <a:spcPts val="0"/>
              </a:spcBef>
              <a:spcAft>
                <a:spcPts val="0"/>
              </a:spcAft>
              <a:buClr>
                <a:srgbClr val="4B4B4B"/>
              </a:buClr>
              <a:buSzPts val="1800"/>
              <a:buFont typeface="Arial"/>
              <a:buChar char="–"/>
              <a:defRPr sz="1800"/>
            </a:lvl4pPr>
            <a:lvl5pPr indent="-342900" lvl="4" marL="2286000" algn="ctr">
              <a:spcBef>
                <a:spcPts val="0"/>
              </a:spcBef>
              <a:spcAft>
                <a:spcPts val="0"/>
              </a:spcAft>
              <a:buClr>
                <a:srgbClr val="4B4B4B"/>
              </a:buClr>
              <a:buSzPts val="1800"/>
              <a:buFont typeface="Arial"/>
              <a:buChar char="»"/>
              <a:defRPr sz="1800"/>
            </a:lvl5pPr>
            <a:lvl6pPr indent="-228600" lvl="5" marL="274320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indent="-228600" lvl="6" marL="320040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indent="-228600" lvl="7" marL="365760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indent="-228600" lvl="8" marL="411480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41" name="Google Shape;41;p10"/>
          <p:cNvSpPr txBox="1"/>
          <p:nvPr>
            <p:ph idx="2" type="body"/>
          </p:nvPr>
        </p:nvSpPr>
        <p:spPr>
          <a:xfrm>
            <a:off x="6578600" y="5308600"/>
            <a:ext cx="5638800" cy="18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Autofit/>
          </a:bodyPr>
          <a:lstStyle>
            <a:lvl1pPr indent="-406400" lvl="0" marL="457200" algn="ctr">
              <a:spcBef>
                <a:spcPts val="0"/>
              </a:spcBef>
              <a:spcAft>
                <a:spcPts val="0"/>
              </a:spcAft>
              <a:buClr>
                <a:srgbClr val="4B4B4B"/>
              </a:buClr>
              <a:buSzPts val="2800"/>
              <a:buFont typeface="Arial"/>
              <a:buChar char="•"/>
              <a:defRPr sz="2800"/>
            </a:lvl1pPr>
            <a:lvl2pPr indent="-381000" lvl="1" marL="914400" algn="ctr">
              <a:spcBef>
                <a:spcPts val="0"/>
              </a:spcBef>
              <a:spcAft>
                <a:spcPts val="0"/>
              </a:spcAft>
              <a:buClr>
                <a:srgbClr val="4B4B4B"/>
              </a:buClr>
              <a:buSzPts val="2400"/>
              <a:buFont typeface="Arial"/>
              <a:buChar char="–"/>
              <a:defRPr sz="2400"/>
            </a:lvl2pPr>
            <a:lvl3pPr indent="-355600" lvl="2" marL="1371600" algn="ctr">
              <a:spcBef>
                <a:spcPts val="0"/>
              </a:spcBef>
              <a:spcAft>
                <a:spcPts val="0"/>
              </a:spcAft>
              <a:buClr>
                <a:srgbClr val="4B4B4B"/>
              </a:buClr>
              <a:buSzPts val="2000"/>
              <a:buFont typeface="Arial"/>
              <a:buChar char="•"/>
              <a:defRPr sz="2000"/>
            </a:lvl3pPr>
            <a:lvl4pPr indent="-342900" lvl="3" marL="1828800" algn="ctr">
              <a:spcBef>
                <a:spcPts val="0"/>
              </a:spcBef>
              <a:spcAft>
                <a:spcPts val="0"/>
              </a:spcAft>
              <a:buClr>
                <a:srgbClr val="4B4B4B"/>
              </a:buClr>
              <a:buSzPts val="1800"/>
              <a:buFont typeface="Arial"/>
              <a:buChar char="–"/>
              <a:defRPr sz="1800"/>
            </a:lvl4pPr>
            <a:lvl5pPr indent="-342900" lvl="4" marL="2286000" algn="ctr">
              <a:spcBef>
                <a:spcPts val="0"/>
              </a:spcBef>
              <a:spcAft>
                <a:spcPts val="0"/>
              </a:spcAft>
              <a:buClr>
                <a:srgbClr val="4B4B4B"/>
              </a:buClr>
              <a:buSzPts val="1800"/>
              <a:buFont typeface="Arial"/>
              <a:buChar char="»"/>
              <a:defRPr sz="1800"/>
            </a:lvl5pPr>
            <a:lvl6pPr indent="-228600" lvl="5" marL="274320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indent="-228600" lvl="6" marL="320040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indent="-228600" lvl="7" marL="365760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indent="-228600" lvl="8" marL="411480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1"/>
          <p:cNvSpPr txBox="1"/>
          <p:nvPr>
            <p:ph type="title"/>
          </p:nvPr>
        </p:nvSpPr>
        <p:spPr>
          <a:xfrm>
            <a:off x="1027113" y="6267450"/>
            <a:ext cx="11053762" cy="193675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4000" cap="none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1"/>
          <p:cNvSpPr txBox="1"/>
          <p:nvPr>
            <p:ph idx="1" type="body"/>
          </p:nvPr>
        </p:nvSpPr>
        <p:spPr>
          <a:xfrm>
            <a:off x="1027113" y="4133850"/>
            <a:ext cx="11053762" cy="2133600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noAutofit/>
          </a:bodyPr>
          <a:lstStyle>
            <a:lvl1pPr indent="-228600" lvl="0" marL="457200" algn="ctr">
              <a:spcBef>
                <a:spcPts val="0"/>
              </a:spcBef>
              <a:spcAft>
                <a:spcPts val="0"/>
              </a:spcAft>
              <a:buClr>
                <a:srgbClr val="4B4B4B"/>
              </a:buClr>
              <a:buSzPts val="2000"/>
              <a:buFont typeface="Arial"/>
              <a:buNone/>
              <a:defRPr sz="2000"/>
            </a:lvl1pPr>
            <a:lvl2pPr indent="-228600" lvl="1" marL="914400" algn="ctr">
              <a:spcBef>
                <a:spcPts val="0"/>
              </a:spcBef>
              <a:spcAft>
                <a:spcPts val="0"/>
              </a:spcAft>
              <a:buClr>
                <a:srgbClr val="4B4B4B"/>
              </a:buClr>
              <a:buSzPts val="1800"/>
              <a:buFont typeface="Arial"/>
              <a:buNone/>
              <a:defRPr sz="1800"/>
            </a:lvl2pPr>
            <a:lvl3pPr indent="-228600" lvl="2" marL="1371600" algn="ctr">
              <a:spcBef>
                <a:spcPts val="0"/>
              </a:spcBef>
              <a:spcAft>
                <a:spcPts val="0"/>
              </a:spcAft>
              <a:buClr>
                <a:srgbClr val="4B4B4B"/>
              </a:buClr>
              <a:buSzPts val="1600"/>
              <a:buFont typeface="Arial"/>
              <a:buNone/>
              <a:defRPr sz="1600"/>
            </a:lvl3pPr>
            <a:lvl4pPr indent="-228600" lvl="3" marL="1828800" algn="ctr">
              <a:spcBef>
                <a:spcPts val="0"/>
              </a:spcBef>
              <a:spcAft>
                <a:spcPts val="0"/>
              </a:spcAft>
              <a:buClr>
                <a:srgbClr val="4B4B4B"/>
              </a:buClr>
              <a:buSzPts val="1400"/>
              <a:buFont typeface="Arial"/>
              <a:buNone/>
              <a:defRPr sz="1400"/>
            </a:lvl4pPr>
            <a:lvl5pPr indent="-228600" lvl="4" marL="2286000" algn="ctr">
              <a:spcBef>
                <a:spcPts val="0"/>
              </a:spcBef>
              <a:spcAft>
                <a:spcPts val="0"/>
              </a:spcAft>
              <a:buClr>
                <a:srgbClr val="4B4B4B"/>
              </a:buClr>
              <a:buSzPts val="1400"/>
              <a:buFont typeface="Arial"/>
              <a:buNone/>
              <a:defRPr sz="1400"/>
            </a:lvl5pPr>
            <a:lvl6pPr indent="-228600" lvl="5" marL="2743200" algn="ctr">
              <a:spcBef>
                <a:spcPts val="0"/>
              </a:spcBef>
              <a:spcAft>
                <a:spcPts val="0"/>
              </a:spcAft>
              <a:buClr>
                <a:srgbClr val="4B4B4B"/>
              </a:buClr>
              <a:buSzPts val="1400"/>
              <a:buFont typeface="Arial"/>
              <a:buNone/>
              <a:defRPr sz="1400"/>
            </a:lvl6pPr>
            <a:lvl7pPr indent="-228600" lvl="6" marL="3200400" algn="ctr">
              <a:spcBef>
                <a:spcPts val="0"/>
              </a:spcBef>
              <a:spcAft>
                <a:spcPts val="0"/>
              </a:spcAft>
              <a:buClr>
                <a:srgbClr val="4B4B4B"/>
              </a:buClr>
              <a:buSzPts val="1400"/>
              <a:buFont typeface="Arial"/>
              <a:buNone/>
              <a:defRPr sz="1400"/>
            </a:lvl7pPr>
            <a:lvl8pPr indent="-228600" lvl="7" marL="3657600" algn="ctr">
              <a:spcBef>
                <a:spcPts val="0"/>
              </a:spcBef>
              <a:spcAft>
                <a:spcPts val="0"/>
              </a:spcAft>
              <a:buClr>
                <a:srgbClr val="4B4B4B"/>
              </a:buClr>
              <a:buSzPts val="1400"/>
              <a:buFont typeface="Arial"/>
              <a:buNone/>
              <a:defRPr sz="1400"/>
            </a:lvl8pPr>
            <a:lvl9pPr indent="-228600" lvl="8" marL="4114800" algn="ctr">
              <a:spcBef>
                <a:spcPts val="0"/>
              </a:spcBef>
              <a:spcAft>
                <a:spcPts val="0"/>
              </a:spcAft>
              <a:buClr>
                <a:srgbClr val="4B4B4B"/>
              </a:buClr>
              <a:buSzPts val="1400"/>
              <a:buFont typeface="Arial"/>
              <a:buNone/>
              <a:defRPr sz="1400"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2"/>
          <p:cNvSpPr txBox="1"/>
          <p:nvPr>
            <p:ph type="ctrTitle"/>
          </p:nvPr>
        </p:nvSpPr>
        <p:spPr>
          <a:xfrm>
            <a:off x="974725" y="3030538"/>
            <a:ext cx="11055350" cy="2090737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2"/>
          <p:cNvSpPr txBox="1"/>
          <p:nvPr>
            <p:ph idx="1" type="subTitle"/>
          </p:nvPr>
        </p:nvSpPr>
        <p:spPr>
          <a:xfrm>
            <a:off x="1951038" y="5527675"/>
            <a:ext cx="9102725" cy="2492375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4B4B4B"/>
              </a:buClr>
              <a:buSzPts val="5600"/>
              <a:buFont typeface="Arial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4B4B4B"/>
              </a:buClr>
              <a:buSzPts val="5600"/>
              <a:buFont typeface="Arial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4B4B4B"/>
              </a:buClr>
              <a:buSzPts val="5600"/>
              <a:buFont typeface="Arial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4B4B4B"/>
              </a:buClr>
              <a:buSzPts val="5600"/>
              <a:buFont typeface="Arial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4B4B4B"/>
              </a:buClr>
              <a:buSzPts val="5600"/>
              <a:buFont typeface="Arial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4B4B4B"/>
              </a:buClr>
              <a:buSzPts val="5600"/>
              <a:buFont typeface="Arial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4B4B4B"/>
              </a:buClr>
              <a:buSzPts val="5600"/>
              <a:buFont typeface="Arial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4B4B4B"/>
              </a:buClr>
              <a:buSzPts val="5600"/>
              <a:buFont typeface="Arial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4B4B4B"/>
              </a:buClr>
              <a:buSzPts val="5600"/>
              <a:buFont typeface="Arial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type="title"/>
          </p:nvPr>
        </p:nvSpPr>
        <p:spPr>
          <a:xfrm>
            <a:off x="650875" y="390525"/>
            <a:ext cx="11703050" cy="162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5000" lIns="130025" spcFirstLastPara="1" rIns="130025" wrap="square" tIns="650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4"/>
          <p:cNvSpPr txBox="1"/>
          <p:nvPr>
            <p:ph idx="1" type="body"/>
          </p:nvPr>
        </p:nvSpPr>
        <p:spPr>
          <a:xfrm>
            <a:off x="650875" y="2276475"/>
            <a:ext cx="11703050" cy="6435725"/>
          </a:xfrm>
          <a:prstGeom prst="rect">
            <a:avLst/>
          </a:prstGeom>
          <a:noFill/>
          <a:ln>
            <a:noFill/>
          </a:ln>
        </p:spPr>
        <p:txBody>
          <a:bodyPr anchorCtr="0" anchor="t" bIns="65000" lIns="130025" spcFirstLastPara="1" rIns="130025" wrap="square" tIns="650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7" name="Google Shape;57;p14"/>
          <p:cNvSpPr txBox="1"/>
          <p:nvPr>
            <p:ph idx="10" type="dt"/>
          </p:nvPr>
        </p:nvSpPr>
        <p:spPr>
          <a:xfrm>
            <a:off x="650875" y="9040812"/>
            <a:ext cx="3033712" cy="519112"/>
          </a:xfrm>
          <a:prstGeom prst="rect">
            <a:avLst/>
          </a:prstGeom>
          <a:noFill/>
          <a:ln>
            <a:noFill/>
          </a:ln>
        </p:spPr>
        <p:txBody>
          <a:bodyPr anchorCtr="0" anchor="ctr" bIns="65000" lIns="130025" spcFirstLastPara="1" rIns="130025" wrap="square" tIns="650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7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14"/>
          <p:cNvSpPr txBox="1"/>
          <p:nvPr>
            <p:ph idx="11" type="ftr"/>
          </p:nvPr>
        </p:nvSpPr>
        <p:spPr>
          <a:xfrm>
            <a:off x="4443412" y="9040812"/>
            <a:ext cx="4117975" cy="519112"/>
          </a:xfrm>
          <a:prstGeom prst="rect">
            <a:avLst/>
          </a:prstGeom>
          <a:noFill/>
          <a:ln>
            <a:noFill/>
          </a:ln>
        </p:spPr>
        <p:txBody>
          <a:bodyPr anchorCtr="0" anchor="ctr" bIns="65000" lIns="130025" spcFirstLastPara="1" rIns="130025" wrap="square" tIns="650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4"/>
          <p:cNvSpPr txBox="1"/>
          <p:nvPr>
            <p:ph idx="12" type="sldNum"/>
          </p:nvPr>
        </p:nvSpPr>
        <p:spPr>
          <a:xfrm>
            <a:off x="9320212" y="9040812"/>
            <a:ext cx="3033712" cy="519112"/>
          </a:xfrm>
          <a:prstGeom prst="rect">
            <a:avLst/>
          </a:prstGeom>
          <a:noFill/>
          <a:ln>
            <a:noFill/>
          </a:ln>
        </p:spPr>
        <p:txBody>
          <a:bodyPr anchorCtr="0" anchor="ctr" bIns="65000" lIns="130025" spcFirstLastPara="1" rIns="130025" wrap="square" tIns="650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5"/>
          <p:cNvSpPr txBox="1"/>
          <p:nvPr>
            <p:ph type="ctrTitle"/>
          </p:nvPr>
        </p:nvSpPr>
        <p:spPr>
          <a:xfrm>
            <a:off x="975360" y="3029940"/>
            <a:ext cx="11054080" cy="2090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65000" lIns="130025" spcFirstLastPara="1" rIns="130025" wrap="square" tIns="650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15"/>
          <p:cNvSpPr txBox="1"/>
          <p:nvPr>
            <p:ph idx="1" type="subTitle"/>
          </p:nvPr>
        </p:nvSpPr>
        <p:spPr>
          <a:xfrm>
            <a:off x="1950720" y="5527040"/>
            <a:ext cx="9103360" cy="2492587"/>
          </a:xfrm>
          <a:prstGeom prst="rect">
            <a:avLst/>
          </a:prstGeom>
          <a:noFill/>
          <a:ln>
            <a:noFill/>
          </a:ln>
        </p:spPr>
        <p:txBody>
          <a:bodyPr anchorCtr="0" anchor="t" bIns="65000" lIns="130025" spcFirstLastPara="1" rIns="130025" wrap="square" tIns="65000">
            <a:noAutofit/>
          </a:bodyPr>
          <a:lstStyle>
            <a:lvl1pPr lvl="0" algn="ctr">
              <a:spcBef>
                <a:spcPts val="920"/>
              </a:spcBef>
              <a:spcAft>
                <a:spcPts val="0"/>
              </a:spcAft>
              <a:buClr>
                <a:srgbClr val="888888"/>
              </a:buClr>
              <a:buSzPts val="46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40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680"/>
              </a:spcBef>
              <a:spcAft>
                <a:spcPts val="0"/>
              </a:spcAft>
              <a:buClr>
                <a:srgbClr val="888888"/>
              </a:buClr>
              <a:buSzPts val="3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63" name="Google Shape;63;p15"/>
          <p:cNvSpPr txBox="1"/>
          <p:nvPr>
            <p:ph idx="10" type="dt"/>
          </p:nvPr>
        </p:nvSpPr>
        <p:spPr>
          <a:xfrm>
            <a:off x="650875" y="9040812"/>
            <a:ext cx="3033712" cy="519112"/>
          </a:xfrm>
          <a:prstGeom prst="rect">
            <a:avLst/>
          </a:prstGeom>
          <a:noFill/>
          <a:ln>
            <a:noFill/>
          </a:ln>
        </p:spPr>
        <p:txBody>
          <a:bodyPr anchorCtr="0" anchor="ctr" bIns="65000" lIns="130025" spcFirstLastPara="1" rIns="130025" wrap="square" tIns="650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7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5"/>
          <p:cNvSpPr txBox="1"/>
          <p:nvPr>
            <p:ph idx="11" type="ftr"/>
          </p:nvPr>
        </p:nvSpPr>
        <p:spPr>
          <a:xfrm>
            <a:off x="4443412" y="9040812"/>
            <a:ext cx="4117975" cy="519112"/>
          </a:xfrm>
          <a:prstGeom prst="rect">
            <a:avLst/>
          </a:prstGeom>
          <a:noFill/>
          <a:ln>
            <a:noFill/>
          </a:ln>
        </p:spPr>
        <p:txBody>
          <a:bodyPr anchorCtr="0" anchor="ctr" bIns="65000" lIns="130025" spcFirstLastPara="1" rIns="130025" wrap="square" tIns="650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15"/>
          <p:cNvSpPr txBox="1"/>
          <p:nvPr>
            <p:ph idx="12" type="sldNum"/>
          </p:nvPr>
        </p:nvSpPr>
        <p:spPr>
          <a:xfrm>
            <a:off x="9320212" y="9040812"/>
            <a:ext cx="3033712" cy="519112"/>
          </a:xfrm>
          <a:prstGeom prst="rect">
            <a:avLst/>
          </a:prstGeom>
          <a:noFill/>
          <a:ln>
            <a:noFill/>
          </a:ln>
        </p:spPr>
        <p:txBody>
          <a:bodyPr anchorCtr="0" anchor="ctr" bIns="65000" lIns="130025" spcFirstLastPara="1" rIns="130025" wrap="square" tIns="650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700"/>
              <a:buFont typeface="Arial"/>
              <a:buNone/>
              <a:defRPr b="0" i="0" sz="17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700"/>
              <a:buFont typeface="Arial"/>
              <a:buNone/>
              <a:defRPr b="0" i="0" sz="17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700"/>
              <a:buFont typeface="Arial"/>
              <a:buNone/>
              <a:defRPr b="0" i="0" sz="17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700"/>
              <a:buFont typeface="Arial"/>
              <a:buNone/>
              <a:defRPr b="0" i="0" sz="17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700"/>
              <a:buFont typeface="Arial"/>
              <a:buNone/>
              <a:defRPr b="0" i="0" sz="17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700"/>
              <a:buFont typeface="Arial"/>
              <a:buNone/>
              <a:defRPr b="0" i="0" sz="17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700"/>
              <a:buFont typeface="Arial"/>
              <a:buNone/>
              <a:defRPr b="0" i="0" sz="17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700"/>
              <a:buFont typeface="Arial"/>
              <a:buNone/>
              <a:defRPr b="0" i="0" sz="17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700"/>
              <a:buFont typeface="Arial"/>
              <a:buNone/>
              <a:defRPr b="0" i="0" sz="17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6"/>
          <p:cNvSpPr txBox="1"/>
          <p:nvPr>
            <p:ph type="title"/>
          </p:nvPr>
        </p:nvSpPr>
        <p:spPr>
          <a:xfrm rot="5400000">
            <a:off x="9571849" y="4392510"/>
            <a:ext cx="11835271" cy="4161084"/>
          </a:xfrm>
          <a:prstGeom prst="rect">
            <a:avLst/>
          </a:prstGeom>
          <a:noFill/>
          <a:ln>
            <a:noFill/>
          </a:ln>
        </p:spPr>
        <p:txBody>
          <a:bodyPr anchorCtr="0" anchor="ctr" bIns="65000" lIns="130025" spcFirstLastPara="1" rIns="130025" wrap="square" tIns="650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16"/>
          <p:cNvSpPr txBox="1"/>
          <p:nvPr>
            <p:ph idx="1" type="body"/>
          </p:nvPr>
        </p:nvSpPr>
        <p:spPr>
          <a:xfrm rot="5400000">
            <a:off x="1141307" y="339798"/>
            <a:ext cx="11835271" cy="12266507"/>
          </a:xfrm>
          <a:prstGeom prst="rect">
            <a:avLst/>
          </a:prstGeom>
          <a:noFill/>
          <a:ln>
            <a:noFill/>
          </a:ln>
        </p:spPr>
        <p:txBody>
          <a:bodyPr anchorCtr="0" anchor="t" bIns="65000" lIns="130025" spcFirstLastPara="1" rIns="130025" wrap="square" tIns="650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9" name="Google Shape;69;p16"/>
          <p:cNvSpPr txBox="1"/>
          <p:nvPr>
            <p:ph idx="10" type="dt"/>
          </p:nvPr>
        </p:nvSpPr>
        <p:spPr>
          <a:xfrm>
            <a:off x="650875" y="9040812"/>
            <a:ext cx="3033712" cy="519112"/>
          </a:xfrm>
          <a:prstGeom prst="rect">
            <a:avLst/>
          </a:prstGeom>
          <a:noFill/>
          <a:ln>
            <a:noFill/>
          </a:ln>
        </p:spPr>
        <p:txBody>
          <a:bodyPr anchorCtr="0" anchor="ctr" bIns="65000" lIns="130025" spcFirstLastPara="1" rIns="130025" wrap="square" tIns="650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7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6"/>
          <p:cNvSpPr txBox="1"/>
          <p:nvPr>
            <p:ph idx="11" type="ftr"/>
          </p:nvPr>
        </p:nvSpPr>
        <p:spPr>
          <a:xfrm>
            <a:off x="4443412" y="9040812"/>
            <a:ext cx="4117975" cy="519112"/>
          </a:xfrm>
          <a:prstGeom prst="rect">
            <a:avLst/>
          </a:prstGeom>
          <a:noFill/>
          <a:ln>
            <a:noFill/>
          </a:ln>
        </p:spPr>
        <p:txBody>
          <a:bodyPr anchorCtr="0" anchor="ctr" bIns="65000" lIns="130025" spcFirstLastPara="1" rIns="130025" wrap="square" tIns="650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6"/>
          <p:cNvSpPr txBox="1"/>
          <p:nvPr>
            <p:ph idx="12" type="sldNum"/>
          </p:nvPr>
        </p:nvSpPr>
        <p:spPr>
          <a:xfrm>
            <a:off x="9320212" y="9040812"/>
            <a:ext cx="3033712" cy="519112"/>
          </a:xfrm>
          <a:prstGeom prst="rect">
            <a:avLst/>
          </a:prstGeom>
          <a:noFill/>
          <a:ln>
            <a:noFill/>
          </a:ln>
        </p:spPr>
        <p:txBody>
          <a:bodyPr anchorCtr="0" anchor="ctr" bIns="65000" lIns="130025" spcFirstLastPara="1" rIns="130025" wrap="square" tIns="650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700"/>
              <a:buFont typeface="Arial"/>
              <a:buNone/>
              <a:defRPr b="0" i="0" sz="17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700"/>
              <a:buFont typeface="Arial"/>
              <a:buNone/>
              <a:defRPr b="0" i="0" sz="17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700"/>
              <a:buFont typeface="Arial"/>
              <a:buNone/>
              <a:defRPr b="0" i="0" sz="17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700"/>
              <a:buFont typeface="Arial"/>
              <a:buNone/>
              <a:defRPr b="0" i="0" sz="17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700"/>
              <a:buFont typeface="Arial"/>
              <a:buNone/>
              <a:defRPr b="0" i="0" sz="17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700"/>
              <a:buFont typeface="Arial"/>
              <a:buNone/>
              <a:defRPr b="0" i="0" sz="17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700"/>
              <a:buFont typeface="Arial"/>
              <a:buNone/>
              <a:defRPr b="0" i="0" sz="17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700"/>
              <a:buFont typeface="Arial"/>
              <a:buNone/>
              <a:defRPr b="0" i="0" sz="17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700"/>
              <a:buFont typeface="Arial"/>
              <a:buNone/>
              <a:defRPr b="0" i="0" sz="17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7"/>
          <p:cNvSpPr txBox="1"/>
          <p:nvPr>
            <p:ph type="title"/>
          </p:nvPr>
        </p:nvSpPr>
        <p:spPr>
          <a:xfrm>
            <a:off x="650875" y="390525"/>
            <a:ext cx="11703050" cy="162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5000" lIns="130025" spcFirstLastPara="1" rIns="130025" wrap="square" tIns="650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7"/>
          <p:cNvSpPr txBox="1"/>
          <p:nvPr>
            <p:ph idx="1" type="body"/>
          </p:nvPr>
        </p:nvSpPr>
        <p:spPr>
          <a:xfrm rot="5400000">
            <a:off x="3284538" y="-357187"/>
            <a:ext cx="6435725" cy="11703050"/>
          </a:xfrm>
          <a:prstGeom prst="rect">
            <a:avLst/>
          </a:prstGeom>
          <a:noFill/>
          <a:ln>
            <a:noFill/>
          </a:ln>
        </p:spPr>
        <p:txBody>
          <a:bodyPr anchorCtr="0" anchor="t" bIns="65000" lIns="130025" spcFirstLastPara="1" rIns="130025" wrap="square" tIns="650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7"/>
          <p:cNvSpPr txBox="1"/>
          <p:nvPr>
            <p:ph idx="10" type="dt"/>
          </p:nvPr>
        </p:nvSpPr>
        <p:spPr>
          <a:xfrm>
            <a:off x="650875" y="9040812"/>
            <a:ext cx="3033712" cy="519112"/>
          </a:xfrm>
          <a:prstGeom prst="rect">
            <a:avLst/>
          </a:prstGeom>
          <a:noFill/>
          <a:ln>
            <a:noFill/>
          </a:ln>
        </p:spPr>
        <p:txBody>
          <a:bodyPr anchorCtr="0" anchor="ctr" bIns="65000" lIns="130025" spcFirstLastPara="1" rIns="130025" wrap="square" tIns="650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7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7"/>
          <p:cNvSpPr txBox="1"/>
          <p:nvPr>
            <p:ph idx="11" type="ftr"/>
          </p:nvPr>
        </p:nvSpPr>
        <p:spPr>
          <a:xfrm>
            <a:off x="4443412" y="9040812"/>
            <a:ext cx="4117975" cy="519112"/>
          </a:xfrm>
          <a:prstGeom prst="rect">
            <a:avLst/>
          </a:prstGeom>
          <a:noFill/>
          <a:ln>
            <a:noFill/>
          </a:ln>
        </p:spPr>
        <p:txBody>
          <a:bodyPr anchorCtr="0" anchor="ctr" bIns="65000" lIns="130025" spcFirstLastPara="1" rIns="130025" wrap="square" tIns="650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7"/>
          <p:cNvSpPr txBox="1"/>
          <p:nvPr>
            <p:ph idx="12" type="sldNum"/>
          </p:nvPr>
        </p:nvSpPr>
        <p:spPr>
          <a:xfrm>
            <a:off x="9320212" y="9040812"/>
            <a:ext cx="3033712" cy="519112"/>
          </a:xfrm>
          <a:prstGeom prst="rect">
            <a:avLst/>
          </a:prstGeom>
          <a:noFill/>
          <a:ln>
            <a:noFill/>
          </a:ln>
        </p:spPr>
        <p:txBody>
          <a:bodyPr anchorCtr="0" anchor="ctr" bIns="65000" lIns="130025" spcFirstLastPara="1" rIns="130025" wrap="square" tIns="650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700"/>
              <a:buFont typeface="Arial"/>
              <a:buNone/>
              <a:defRPr b="0" i="0" sz="17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700"/>
              <a:buFont typeface="Arial"/>
              <a:buNone/>
              <a:defRPr b="0" i="0" sz="17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700"/>
              <a:buFont typeface="Arial"/>
              <a:buNone/>
              <a:defRPr b="0" i="0" sz="17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700"/>
              <a:buFont typeface="Arial"/>
              <a:buNone/>
              <a:defRPr b="0" i="0" sz="17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700"/>
              <a:buFont typeface="Arial"/>
              <a:buNone/>
              <a:defRPr b="0" i="0" sz="17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700"/>
              <a:buFont typeface="Arial"/>
              <a:buNone/>
              <a:defRPr b="0" i="0" sz="17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700"/>
              <a:buFont typeface="Arial"/>
              <a:buNone/>
              <a:defRPr b="0" i="0" sz="17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700"/>
              <a:buFont typeface="Arial"/>
              <a:buNone/>
              <a:defRPr b="0" i="0" sz="17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700"/>
              <a:buFont typeface="Arial"/>
              <a:buNone/>
              <a:defRPr b="0" i="0" sz="17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8"/>
          <p:cNvSpPr txBox="1"/>
          <p:nvPr>
            <p:ph type="title"/>
          </p:nvPr>
        </p:nvSpPr>
        <p:spPr>
          <a:xfrm>
            <a:off x="2549032" y="6827520"/>
            <a:ext cx="7802880" cy="806027"/>
          </a:xfrm>
          <a:prstGeom prst="rect">
            <a:avLst/>
          </a:prstGeom>
          <a:noFill/>
          <a:ln>
            <a:noFill/>
          </a:ln>
        </p:spPr>
        <p:txBody>
          <a:bodyPr anchorCtr="0" anchor="b" bIns="65000" lIns="130025" spcFirstLastPara="1" rIns="130025" wrap="square" tIns="650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8"/>
          <p:cNvSpPr/>
          <p:nvPr>
            <p:ph idx="2" type="pic"/>
          </p:nvPr>
        </p:nvSpPr>
        <p:spPr>
          <a:xfrm>
            <a:off x="2549032" y="871502"/>
            <a:ext cx="7802880" cy="5852160"/>
          </a:xfrm>
          <a:prstGeom prst="rect">
            <a:avLst/>
          </a:prstGeom>
          <a:noFill/>
          <a:ln>
            <a:noFill/>
          </a:ln>
        </p:spPr>
      </p:sp>
      <p:sp>
        <p:nvSpPr>
          <p:cNvPr id="81" name="Google Shape;81;p18"/>
          <p:cNvSpPr txBox="1"/>
          <p:nvPr>
            <p:ph idx="1" type="body"/>
          </p:nvPr>
        </p:nvSpPr>
        <p:spPr>
          <a:xfrm>
            <a:off x="2549032" y="7633547"/>
            <a:ext cx="7802880" cy="1144693"/>
          </a:xfrm>
          <a:prstGeom prst="rect">
            <a:avLst/>
          </a:prstGeom>
          <a:noFill/>
          <a:ln>
            <a:noFill/>
          </a:ln>
        </p:spPr>
        <p:txBody>
          <a:bodyPr anchorCtr="0" anchor="t" bIns="65000" lIns="130025" spcFirstLastPara="1" rIns="130025" wrap="square" tIns="65000">
            <a:no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1pPr>
            <a:lvl2pPr indent="-228600" lvl="1" marL="914400" algn="l">
              <a:spcBef>
                <a:spcPts val="340"/>
              </a:spcBef>
              <a:spcAft>
                <a:spcPts val="0"/>
              </a:spcAft>
              <a:buClr>
                <a:schemeClr val="dk1"/>
              </a:buClr>
              <a:buSzPts val="1700"/>
              <a:buNone/>
              <a:defRPr sz="1700"/>
            </a:lvl2pPr>
            <a:lvl3pPr indent="-228600" lvl="2" marL="1371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spcBef>
                <a:spcPts val="26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/>
            </a:lvl4pPr>
            <a:lvl5pPr indent="-228600" lvl="4" marL="2286000" algn="l">
              <a:spcBef>
                <a:spcPts val="26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/>
            </a:lvl5pPr>
            <a:lvl6pPr indent="-228600" lvl="5" marL="2743200" algn="l">
              <a:spcBef>
                <a:spcPts val="26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/>
            </a:lvl6pPr>
            <a:lvl7pPr indent="-228600" lvl="6" marL="3200400" algn="l">
              <a:spcBef>
                <a:spcPts val="26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/>
            </a:lvl7pPr>
            <a:lvl8pPr indent="-228600" lvl="7" marL="3657600" algn="l">
              <a:spcBef>
                <a:spcPts val="26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/>
            </a:lvl8pPr>
            <a:lvl9pPr indent="-228600" lvl="8" marL="4114800" algn="l">
              <a:spcBef>
                <a:spcPts val="26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/>
            </a:lvl9pPr>
          </a:lstStyle>
          <a:p/>
        </p:txBody>
      </p:sp>
      <p:sp>
        <p:nvSpPr>
          <p:cNvPr id="82" name="Google Shape;82;p18"/>
          <p:cNvSpPr txBox="1"/>
          <p:nvPr>
            <p:ph idx="10" type="dt"/>
          </p:nvPr>
        </p:nvSpPr>
        <p:spPr>
          <a:xfrm>
            <a:off x="650875" y="9040812"/>
            <a:ext cx="3033712" cy="519112"/>
          </a:xfrm>
          <a:prstGeom prst="rect">
            <a:avLst/>
          </a:prstGeom>
          <a:noFill/>
          <a:ln>
            <a:noFill/>
          </a:ln>
        </p:spPr>
        <p:txBody>
          <a:bodyPr anchorCtr="0" anchor="ctr" bIns="65000" lIns="130025" spcFirstLastPara="1" rIns="130025" wrap="square" tIns="650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7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8"/>
          <p:cNvSpPr txBox="1"/>
          <p:nvPr>
            <p:ph idx="11" type="ftr"/>
          </p:nvPr>
        </p:nvSpPr>
        <p:spPr>
          <a:xfrm>
            <a:off x="4443412" y="9040812"/>
            <a:ext cx="4117975" cy="519112"/>
          </a:xfrm>
          <a:prstGeom prst="rect">
            <a:avLst/>
          </a:prstGeom>
          <a:noFill/>
          <a:ln>
            <a:noFill/>
          </a:ln>
        </p:spPr>
        <p:txBody>
          <a:bodyPr anchorCtr="0" anchor="ctr" bIns="65000" lIns="130025" spcFirstLastPara="1" rIns="130025" wrap="square" tIns="650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18"/>
          <p:cNvSpPr txBox="1"/>
          <p:nvPr>
            <p:ph idx="12" type="sldNum"/>
          </p:nvPr>
        </p:nvSpPr>
        <p:spPr>
          <a:xfrm>
            <a:off x="9320212" y="9040812"/>
            <a:ext cx="3033712" cy="519112"/>
          </a:xfrm>
          <a:prstGeom prst="rect">
            <a:avLst/>
          </a:prstGeom>
          <a:noFill/>
          <a:ln>
            <a:noFill/>
          </a:ln>
        </p:spPr>
        <p:txBody>
          <a:bodyPr anchorCtr="0" anchor="ctr" bIns="65000" lIns="130025" spcFirstLastPara="1" rIns="130025" wrap="square" tIns="650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700"/>
              <a:buFont typeface="Arial"/>
              <a:buNone/>
              <a:defRPr b="0" i="0" sz="17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700"/>
              <a:buFont typeface="Arial"/>
              <a:buNone/>
              <a:defRPr b="0" i="0" sz="17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700"/>
              <a:buFont typeface="Arial"/>
              <a:buNone/>
              <a:defRPr b="0" i="0" sz="17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700"/>
              <a:buFont typeface="Arial"/>
              <a:buNone/>
              <a:defRPr b="0" i="0" sz="17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700"/>
              <a:buFont typeface="Arial"/>
              <a:buNone/>
              <a:defRPr b="0" i="0" sz="17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700"/>
              <a:buFont typeface="Arial"/>
              <a:buNone/>
              <a:defRPr b="0" i="0" sz="17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700"/>
              <a:buFont typeface="Arial"/>
              <a:buNone/>
              <a:defRPr b="0" i="0" sz="17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700"/>
              <a:buFont typeface="Arial"/>
              <a:buNone/>
              <a:defRPr b="0" i="0" sz="17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700"/>
              <a:buFont typeface="Arial"/>
              <a:buNone/>
              <a:defRPr b="0" i="0" sz="17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9"/>
          <p:cNvSpPr txBox="1"/>
          <p:nvPr>
            <p:ph type="title"/>
          </p:nvPr>
        </p:nvSpPr>
        <p:spPr>
          <a:xfrm>
            <a:off x="650242" y="388338"/>
            <a:ext cx="4278490" cy="1652693"/>
          </a:xfrm>
          <a:prstGeom prst="rect">
            <a:avLst/>
          </a:prstGeom>
          <a:noFill/>
          <a:ln>
            <a:noFill/>
          </a:ln>
        </p:spPr>
        <p:txBody>
          <a:bodyPr anchorCtr="0" anchor="b" bIns="65000" lIns="130025" spcFirstLastPara="1" rIns="130025" wrap="square" tIns="650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19"/>
          <p:cNvSpPr txBox="1"/>
          <p:nvPr>
            <p:ph idx="1" type="body"/>
          </p:nvPr>
        </p:nvSpPr>
        <p:spPr>
          <a:xfrm>
            <a:off x="5084516" y="388340"/>
            <a:ext cx="7270044" cy="8324427"/>
          </a:xfrm>
          <a:prstGeom prst="rect">
            <a:avLst/>
          </a:prstGeom>
          <a:noFill/>
          <a:ln>
            <a:noFill/>
          </a:ln>
        </p:spPr>
        <p:txBody>
          <a:bodyPr anchorCtr="0" anchor="t" bIns="65000" lIns="130025" spcFirstLastPara="1" rIns="130025" wrap="square" tIns="65000">
            <a:noAutofit/>
          </a:bodyPr>
          <a:lstStyle>
            <a:lvl1pPr indent="-520700" lvl="0" marL="457200" algn="l">
              <a:spcBef>
                <a:spcPts val="920"/>
              </a:spcBef>
              <a:spcAft>
                <a:spcPts val="0"/>
              </a:spcAft>
              <a:buClr>
                <a:schemeClr val="dk1"/>
              </a:buClr>
              <a:buSzPts val="4600"/>
              <a:buChar char="•"/>
              <a:defRPr sz="4600"/>
            </a:lvl1pPr>
            <a:lvl2pPr indent="-482600" lvl="1" marL="91440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4000"/>
              <a:buChar char="–"/>
              <a:defRPr sz="4000"/>
            </a:lvl2pPr>
            <a:lvl3pPr indent="-444500" lvl="2" marL="1371600" algn="l">
              <a:spcBef>
                <a:spcPts val="680"/>
              </a:spcBef>
              <a:spcAft>
                <a:spcPts val="0"/>
              </a:spcAft>
              <a:buClr>
                <a:schemeClr val="dk1"/>
              </a:buClr>
              <a:buSzPts val="3400"/>
              <a:buChar char="•"/>
              <a:defRPr sz="3400"/>
            </a:lvl3pPr>
            <a:lvl4pPr indent="-406400" lvl="3" marL="18288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4pPr>
            <a:lvl5pPr indent="-406400" lvl="4" marL="22860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»"/>
              <a:defRPr sz="2800"/>
            </a:lvl5pPr>
            <a:lvl6pPr indent="-406400" lvl="5" marL="2743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6pPr>
            <a:lvl7pPr indent="-406400" lvl="6" marL="3200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7pPr>
            <a:lvl8pPr indent="-406400" lvl="7" marL="36576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8pPr>
            <a:lvl9pPr indent="-406400" lvl="8" marL="41148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9pPr>
          </a:lstStyle>
          <a:p/>
        </p:txBody>
      </p:sp>
      <p:sp>
        <p:nvSpPr>
          <p:cNvPr id="88" name="Google Shape;88;p19"/>
          <p:cNvSpPr txBox="1"/>
          <p:nvPr>
            <p:ph idx="2" type="body"/>
          </p:nvPr>
        </p:nvSpPr>
        <p:spPr>
          <a:xfrm>
            <a:off x="650242" y="2041033"/>
            <a:ext cx="4278490" cy="6671734"/>
          </a:xfrm>
          <a:prstGeom prst="rect">
            <a:avLst/>
          </a:prstGeom>
          <a:noFill/>
          <a:ln>
            <a:noFill/>
          </a:ln>
        </p:spPr>
        <p:txBody>
          <a:bodyPr anchorCtr="0" anchor="t" bIns="65000" lIns="130025" spcFirstLastPara="1" rIns="130025" wrap="square" tIns="65000">
            <a:no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1pPr>
            <a:lvl2pPr indent="-228600" lvl="1" marL="914400" algn="l">
              <a:spcBef>
                <a:spcPts val="340"/>
              </a:spcBef>
              <a:spcAft>
                <a:spcPts val="0"/>
              </a:spcAft>
              <a:buClr>
                <a:schemeClr val="dk1"/>
              </a:buClr>
              <a:buSzPts val="1700"/>
              <a:buNone/>
              <a:defRPr sz="1700"/>
            </a:lvl2pPr>
            <a:lvl3pPr indent="-228600" lvl="2" marL="1371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spcBef>
                <a:spcPts val="26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/>
            </a:lvl4pPr>
            <a:lvl5pPr indent="-228600" lvl="4" marL="2286000" algn="l">
              <a:spcBef>
                <a:spcPts val="26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/>
            </a:lvl5pPr>
            <a:lvl6pPr indent="-228600" lvl="5" marL="2743200" algn="l">
              <a:spcBef>
                <a:spcPts val="26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/>
            </a:lvl6pPr>
            <a:lvl7pPr indent="-228600" lvl="6" marL="3200400" algn="l">
              <a:spcBef>
                <a:spcPts val="26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/>
            </a:lvl7pPr>
            <a:lvl8pPr indent="-228600" lvl="7" marL="3657600" algn="l">
              <a:spcBef>
                <a:spcPts val="26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/>
            </a:lvl8pPr>
            <a:lvl9pPr indent="-228600" lvl="8" marL="4114800" algn="l">
              <a:spcBef>
                <a:spcPts val="26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/>
            </a:lvl9pPr>
          </a:lstStyle>
          <a:p/>
        </p:txBody>
      </p:sp>
      <p:sp>
        <p:nvSpPr>
          <p:cNvPr id="89" name="Google Shape;89;p19"/>
          <p:cNvSpPr txBox="1"/>
          <p:nvPr>
            <p:ph idx="10" type="dt"/>
          </p:nvPr>
        </p:nvSpPr>
        <p:spPr>
          <a:xfrm>
            <a:off x="650875" y="9040812"/>
            <a:ext cx="3033712" cy="519112"/>
          </a:xfrm>
          <a:prstGeom prst="rect">
            <a:avLst/>
          </a:prstGeom>
          <a:noFill/>
          <a:ln>
            <a:noFill/>
          </a:ln>
        </p:spPr>
        <p:txBody>
          <a:bodyPr anchorCtr="0" anchor="ctr" bIns="65000" lIns="130025" spcFirstLastPara="1" rIns="130025" wrap="square" tIns="650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7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19"/>
          <p:cNvSpPr txBox="1"/>
          <p:nvPr>
            <p:ph idx="11" type="ftr"/>
          </p:nvPr>
        </p:nvSpPr>
        <p:spPr>
          <a:xfrm>
            <a:off x="4443412" y="9040812"/>
            <a:ext cx="4117975" cy="519112"/>
          </a:xfrm>
          <a:prstGeom prst="rect">
            <a:avLst/>
          </a:prstGeom>
          <a:noFill/>
          <a:ln>
            <a:noFill/>
          </a:ln>
        </p:spPr>
        <p:txBody>
          <a:bodyPr anchorCtr="0" anchor="ctr" bIns="65000" lIns="130025" spcFirstLastPara="1" rIns="130025" wrap="square" tIns="650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19"/>
          <p:cNvSpPr txBox="1"/>
          <p:nvPr>
            <p:ph idx="12" type="sldNum"/>
          </p:nvPr>
        </p:nvSpPr>
        <p:spPr>
          <a:xfrm>
            <a:off x="9320212" y="9040812"/>
            <a:ext cx="3033712" cy="519112"/>
          </a:xfrm>
          <a:prstGeom prst="rect">
            <a:avLst/>
          </a:prstGeom>
          <a:noFill/>
          <a:ln>
            <a:noFill/>
          </a:ln>
        </p:spPr>
        <p:txBody>
          <a:bodyPr anchorCtr="0" anchor="ctr" bIns="65000" lIns="130025" spcFirstLastPara="1" rIns="130025" wrap="square" tIns="650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700"/>
              <a:buFont typeface="Arial"/>
              <a:buNone/>
              <a:defRPr b="0" i="0" sz="17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700"/>
              <a:buFont typeface="Arial"/>
              <a:buNone/>
              <a:defRPr b="0" i="0" sz="17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700"/>
              <a:buFont typeface="Arial"/>
              <a:buNone/>
              <a:defRPr b="0" i="0" sz="17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700"/>
              <a:buFont typeface="Arial"/>
              <a:buNone/>
              <a:defRPr b="0" i="0" sz="17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700"/>
              <a:buFont typeface="Arial"/>
              <a:buNone/>
              <a:defRPr b="0" i="0" sz="17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700"/>
              <a:buFont typeface="Arial"/>
              <a:buNone/>
              <a:defRPr b="0" i="0" sz="17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700"/>
              <a:buFont typeface="Arial"/>
              <a:buNone/>
              <a:defRPr b="0" i="0" sz="17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700"/>
              <a:buFont typeface="Arial"/>
              <a:buNone/>
              <a:defRPr b="0" i="0" sz="17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700"/>
              <a:buFont typeface="Arial"/>
              <a:buNone/>
              <a:defRPr b="0" i="0" sz="17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0"/>
          <p:cNvSpPr txBox="1"/>
          <p:nvPr>
            <p:ph idx="10" type="dt"/>
          </p:nvPr>
        </p:nvSpPr>
        <p:spPr>
          <a:xfrm>
            <a:off x="650875" y="9040812"/>
            <a:ext cx="3033712" cy="519112"/>
          </a:xfrm>
          <a:prstGeom prst="rect">
            <a:avLst/>
          </a:prstGeom>
          <a:noFill/>
          <a:ln>
            <a:noFill/>
          </a:ln>
        </p:spPr>
        <p:txBody>
          <a:bodyPr anchorCtr="0" anchor="ctr" bIns="65000" lIns="130025" spcFirstLastPara="1" rIns="130025" wrap="square" tIns="650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7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20"/>
          <p:cNvSpPr txBox="1"/>
          <p:nvPr>
            <p:ph idx="11" type="ftr"/>
          </p:nvPr>
        </p:nvSpPr>
        <p:spPr>
          <a:xfrm>
            <a:off x="4443412" y="9040812"/>
            <a:ext cx="4117975" cy="519112"/>
          </a:xfrm>
          <a:prstGeom prst="rect">
            <a:avLst/>
          </a:prstGeom>
          <a:noFill/>
          <a:ln>
            <a:noFill/>
          </a:ln>
        </p:spPr>
        <p:txBody>
          <a:bodyPr anchorCtr="0" anchor="ctr" bIns="65000" lIns="130025" spcFirstLastPara="1" rIns="130025" wrap="square" tIns="650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20"/>
          <p:cNvSpPr txBox="1"/>
          <p:nvPr>
            <p:ph idx="12" type="sldNum"/>
          </p:nvPr>
        </p:nvSpPr>
        <p:spPr>
          <a:xfrm>
            <a:off x="9320212" y="9040812"/>
            <a:ext cx="3033712" cy="519112"/>
          </a:xfrm>
          <a:prstGeom prst="rect">
            <a:avLst/>
          </a:prstGeom>
          <a:noFill/>
          <a:ln>
            <a:noFill/>
          </a:ln>
        </p:spPr>
        <p:txBody>
          <a:bodyPr anchorCtr="0" anchor="ctr" bIns="65000" lIns="130025" spcFirstLastPara="1" rIns="130025" wrap="square" tIns="650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700"/>
              <a:buFont typeface="Arial"/>
              <a:buNone/>
              <a:defRPr b="0" i="0" sz="17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700"/>
              <a:buFont typeface="Arial"/>
              <a:buNone/>
              <a:defRPr b="0" i="0" sz="17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700"/>
              <a:buFont typeface="Arial"/>
              <a:buNone/>
              <a:defRPr b="0" i="0" sz="17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700"/>
              <a:buFont typeface="Arial"/>
              <a:buNone/>
              <a:defRPr b="0" i="0" sz="17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700"/>
              <a:buFont typeface="Arial"/>
              <a:buNone/>
              <a:defRPr b="0" i="0" sz="17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700"/>
              <a:buFont typeface="Arial"/>
              <a:buNone/>
              <a:defRPr b="0" i="0" sz="17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700"/>
              <a:buFont typeface="Arial"/>
              <a:buNone/>
              <a:defRPr b="0" i="0" sz="17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700"/>
              <a:buFont typeface="Arial"/>
              <a:buNone/>
              <a:defRPr b="0" i="0" sz="17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700"/>
              <a:buFont typeface="Arial"/>
              <a:buNone/>
              <a:defRPr b="0" i="0" sz="17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1"/>
          <p:cNvSpPr txBox="1"/>
          <p:nvPr>
            <p:ph type="title"/>
          </p:nvPr>
        </p:nvSpPr>
        <p:spPr>
          <a:xfrm>
            <a:off x="650875" y="390525"/>
            <a:ext cx="11703050" cy="162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5000" lIns="130025" spcFirstLastPara="1" rIns="130025" wrap="square" tIns="650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21"/>
          <p:cNvSpPr txBox="1"/>
          <p:nvPr>
            <p:ph idx="10" type="dt"/>
          </p:nvPr>
        </p:nvSpPr>
        <p:spPr>
          <a:xfrm>
            <a:off x="650875" y="9040812"/>
            <a:ext cx="3033712" cy="519112"/>
          </a:xfrm>
          <a:prstGeom prst="rect">
            <a:avLst/>
          </a:prstGeom>
          <a:noFill/>
          <a:ln>
            <a:noFill/>
          </a:ln>
        </p:spPr>
        <p:txBody>
          <a:bodyPr anchorCtr="0" anchor="ctr" bIns="65000" lIns="130025" spcFirstLastPara="1" rIns="130025" wrap="square" tIns="650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7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21"/>
          <p:cNvSpPr txBox="1"/>
          <p:nvPr>
            <p:ph idx="11" type="ftr"/>
          </p:nvPr>
        </p:nvSpPr>
        <p:spPr>
          <a:xfrm>
            <a:off x="4443412" y="9040812"/>
            <a:ext cx="4117975" cy="519112"/>
          </a:xfrm>
          <a:prstGeom prst="rect">
            <a:avLst/>
          </a:prstGeom>
          <a:noFill/>
          <a:ln>
            <a:noFill/>
          </a:ln>
        </p:spPr>
        <p:txBody>
          <a:bodyPr anchorCtr="0" anchor="ctr" bIns="65000" lIns="130025" spcFirstLastPara="1" rIns="130025" wrap="square" tIns="650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21"/>
          <p:cNvSpPr txBox="1"/>
          <p:nvPr>
            <p:ph idx="12" type="sldNum"/>
          </p:nvPr>
        </p:nvSpPr>
        <p:spPr>
          <a:xfrm>
            <a:off x="9320212" y="9040812"/>
            <a:ext cx="3033712" cy="519112"/>
          </a:xfrm>
          <a:prstGeom prst="rect">
            <a:avLst/>
          </a:prstGeom>
          <a:noFill/>
          <a:ln>
            <a:noFill/>
          </a:ln>
        </p:spPr>
        <p:txBody>
          <a:bodyPr anchorCtr="0" anchor="ctr" bIns="65000" lIns="130025" spcFirstLastPara="1" rIns="130025" wrap="square" tIns="650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700"/>
              <a:buFont typeface="Arial"/>
              <a:buNone/>
              <a:defRPr b="0" i="0" sz="17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700"/>
              <a:buFont typeface="Arial"/>
              <a:buNone/>
              <a:defRPr b="0" i="0" sz="17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700"/>
              <a:buFont typeface="Arial"/>
              <a:buNone/>
              <a:defRPr b="0" i="0" sz="17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700"/>
              <a:buFont typeface="Arial"/>
              <a:buNone/>
              <a:defRPr b="0" i="0" sz="17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700"/>
              <a:buFont typeface="Arial"/>
              <a:buNone/>
              <a:defRPr b="0" i="0" sz="17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700"/>
              <a:buFont typeface="Arial"/>
              <a:buNone/>
              <a:defRPr b="0" i="0" sz="17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700"/>
              <a:buFont typeface="Arial"/>
              <a:buNone/>
              <a:defRPr b="0" i="0" sz="17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700"/>
              <a:buFont typeface="Arial"/>
              <a:buNone/>
              <a:defRPr b="0" i="0" sz="17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700"/>
              <a:buFont typeface="Arial"/>
              <a:buNone/>
              <a:defRPr b="0" i="0" sz="17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2"/>
          <p:cNvSpPr txBox="1"/>
          <p:nvPr>
            <p:ph type="title"/>
          </p:nvPr>
        </p:nvSpPr>
        <p:spPr>
          <a:xfrm>
            <a:off x="650240" y="390596"/>
            <a:ext cx="11704320" cy="162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5000" lIns="130025" spcFirstLastPara="1" rIns="130025" wrap="square" tIns="650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3" name="Google Shape;103;p22"/>
          <p:cNvSpPr txBox="1"/>
          <p:nvPr>
            <p:ph idx="1" type="body"/>
          </p:nvPr>
        </p:nvSpPr>
        <p:spPr>
          <a:xfrm>
            <a:off x="650240" y="2183272"/>
            <a:ext cx="5746045" cy="909884"/>
          </a:xfrm>
          <a:prstGeom prst="rect">
            <a:avLst/>
          </a:prstGeom>
          <a:noFill/>
          <a:ln>
            <a:noFill/>
          </a:ln>
        </p:spPr>
        <p:txBody>
          <a:bodyPr anchorCtr="0" anchor="b" bIns="65000" lIns="130025" spcFirstLastPara="1" rIns="130025" wrap="square" tIns="65000">
            <a:noAutofit/>
          </a:bodyPr>
          <a:lstStyle>
            <a:lvl1pPr indent="-228600" lvl="0" marL="457200" algn="l">
              <a:spcBef>
                <a:spcPts val="68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 b="1" sz="3400"/>
            </a:lvl1pPr>
            <a:lvl2pPr indent="-2286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b="1" sz="2800"/>
            </a:lvl2pPr>
            <a:lvl3pPr indent="-228600" lvl="2" marL="1371600" algn="l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  <a:defRPr b="1" sz="2600"/>
            </a:lvl3pPr>
            <a:lvl4pPr indent="-228600" lvl="3" marL="1828800" algn="l">
              <a:spcBef>
                <a:spcPts val="46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b="1" sz="2300"/>
            </a:lvl4pPr>
            <a:lvl5pPr indent="-228600" lvl="4" marL="2286000" algn="l">
              <a:spcBef>
                <a:spcPts val="46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b="1" sz="2300"/>
            </a:lvl5pPr>
            <a:lvl6pPr indent="-228600" lvl="5" marL="2743200" algn="l">
              <a:spcBef>
                <a:spcPts val="46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b="1" sz="2300"/>
            </a:lvl6pPr>
            <a:lvl7pPr indent="-228600" lvl="6" marL="3200400" algn="l">
              <a:spcBef>
                <a:spcPts val="46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b="1" sz="2300"/>
            </a:lvl7pPr>
            <a:lvl8pPr indent="-228600" lvl="7" marL="3657600" algn="l">
              <a:spcBef>
                <a:spcPts val="46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b="1" sz="2300"/>
            </a:lvl8pPr>
            <a:lvl9pPr indent="-228600" lvl="8" marL="4114800" algn="l">
              <a:spcBef>
                <a:spcPts val="46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b="1" sz="2300"/>
            </a:lvl9pPr>
          </a:lstStyle>
          <a:p/>
        </p:txBody>
      </p:sp>
      <p:sp>
        <p:nvSpPr>
          <p:cNvPr id="104" name="Google Shape;104;p22"/>
          <p:cNvSpPr txBox="1"/>
          <p:nvPr>
            <p:ph idx="2" type="body"/>
          </p:nvPr>
        </p:nvSpPr>
        <p:spPr>
          <a:xfrm>
            <a:off x="650240" y="3093155"/>
            <a:ext cx="5746045" cy="5619610"/>
          </a:xfrm>
          <a:prstGeom prst="rect">
            <a:avLst/>
          </a:prstGeom>
          <a:noFill/>
          <a:ln>
            <a:noFill/>
          </a:ln>
        </p:spPr>
        <p:txBody>
          <a:bodyPr anchorCtr="0" anchor="t" bIns="65000" lIns="130025" spcFirstLastPara="1" rIns="130025" wrap="square" tIns="65000">
            <a:noAutofit/>
          </a:bodyPr>
          <a:lstStyle>
            <a:lvl1pPr indent="-444500" lvl="0" marL="457200" algn="l">
              <a:spcBef>
                <a:spcPts val="680"/>
              </a:spcBef>
              <a:spcAft>
                <a:spcPts val="0"/>
              </a:spcAft>
              <a:buClr>
                <a:schemeClr val="dk1"/>
              </a:buClr>
              <a:buSzPts val="3400"/>
              <a:buChar char="•"/>
              <a:defRPr sz="34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93700" lvl="2" marL="1371600" algn="l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  <a:defRPr sz="2600"/>
            </a:lvl3pPr>
            <a:lvl4pPr indent="-374650" lvl="3" marL="1828800" algn="l">
              <a:spcBef>
                <a:spcPts val="460"/>
              </a:spcBef>
              <a:spcAft>
                <a:spcPts val="0"/>
              </a:spcAft>
              <a:buClr>
                <a:schemeClr val="dk1"/>
              </a:buClr>
              <a:buSzPts val="2300"/>
              <a:buChar char="–"/>
              <a:defRPr sz="2300"/>
            </a:lvl4pPr>
            <a:lvl5pPr indent="-374650" lvl="4" marL="2286000" algn="l">
              <a:spcBef>
                <a:spcPts val="460"/>
              </a:spcBef>
              <a:spcAft>
                <a:spcPts val="0"/>
              </a:spcAft>
              <a:buClr>
                <a:schemeClr val="dk1"/>
              </a:buClr>
              <a:buSzPts val="2300"/>
              <a:buChar char="»"/>
              <a:defRPr sz="2300"/>
            </a:lvl5pPr>
            <a:lvl6pPr indent="-374650" lvl="5" marL="2743200" algn="l">
              <a:spcBef>
                <a:spcPts val="460"/>
              </a:spcBef>
              <a:spcAft>
                <a:spcPts val="0"/>
              </a:spcAft>
              <a:buClr>
                <a:schemeClr val="dk1"/>
              </a:buClr>
              <a:buSzPts val="2300"/>
              <a:buChar char="•"/>
              <a:defRPr sz="2300"/>
            </a:lvl6pPr>
            <a:lvl7pPr indent="-374650" lvl="6" marL="3200400" algn="l">
              <a:spcBef>
                <a:spcPts val="460"/>
              </a:spcBef>
              <a:spcAft>
                <a:spcPts val="0"/>
              </a:spcAft>
              <a:buClr>
                <a:schemeClr val="dk1"/>
              </a:buClr>
              <a:buSzPts val="2300"/>
              <a:buChar char="•"/>
              <a:defRPr sz="2300"/>
            </a:lvl7pPr>
            <a:lvl8pPr indent="-374650" lvl="7" marL="3657600" algn="l">
              <a:spcBef>
                <a:spcPts val="460"/>
              </a:spcBef>
              <a:spcAft>
                <a:spcPts val="0"/>
              </a:spcAft>
              <a:buClr>
                <a:schemeClr val="dk1"/>
              </a:buClr>
              <a:buSzPts val="2300"/>
              <a:buChar char="•"/>
              <a:defRPr sz="2300"/>
            </a:lvl8pPr>
            <a:lvl9pPr indent="-374650" lvl="8" marL="4114800" algn="l">
              <a:spcBef>
                <a:spcPts val="460"/>
              </a:spcBef>
              <a:spcAft>
                <a:spcPts val="0"/>
              </a:spcAft>
              <a:buClr>
                <a:schemeClr val="dk1"/>
              </a:buClr>
              <a:buSzPts val="2300"/>
              <a:buChar char="•"/>
              <a:defRPr sz="2300"/>
            </a:lvl9pPr>
          </a:lstStyle>
          <a:p/>
        </p:txBody>
      </p:sp>
      <p:sp>
        <p:nvSpPr>
          <p:cNvPr id="105" name="Google Shape;105;p22"/>
          <p:cNvSpPr txBox="1"/>
          <p:nvPr>
            <p:ph idx="3" type="body"/>
          </p:nvPr>
        </p:nvSpPr>
        <p:spPr>
          <a:xfrm>
            <a:off x="6606260" y="2183272"/>
            <a:ext cx="5748302" cy="909884"/>
          </a:xfrm>
          <a:prstGeom prst="rect">
            <a:avLst/>
          </a:prstGeom>
          <a:noFill/>
          <a:ln>
            <a:noFill/>
          </a:ln>
        </p:spPr>
        <p:txBody>
          <a:bodyPr anchorCtr="0" anchor="b" bIns="65000" lIns="130025" spcFirstLastPara="1" rIns="130025" wrap="square" tIns="65000">
            <a:noAutofit/>
          </a:bodyPr>
          <a:lstStyle>
            <a:lvl1pPr indent="-228600" lvl="0" marL="457200" algn="l">
              <a:spcBef>
                <a:spcPts val="68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 b="1" sz="3400"/>
            </a:lvl1pPr>
            <a:lvl2pPr indent="-2286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b="1" sz="2800"/>
            </a:lvl2pPr>
            <a:lvl3pPr indent="-228600" lvl="2" marL="1371600" algn="l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  <a:defRPr b="1" sz="2600"/>
            </a:lvl3pPr>
            <a:lvl4pPr indent="-228600" lvl="3" marL="1828800" algn="l">
              <a:spcBef>
                <a:spcPts val="46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b="1" sz="2300"/>
            </a:lvl4pPr>
            <a:lvl5pPr indent="-228600" lvl="4" marL="2286000" algn="l">
              <a:spcBef>
                <a:spcPts val="46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b="1" sz="2300"/>
            </a:lvl5pPr>
            <a:lvl6pPr indent="-228600" lvl="5" marL="2743200" algn="l">
              <a:spcBef>
                <a:spcPts val="46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b="1" sz="2300"/>
            </a:lvl6pPr>
            <a:lvl7pPr indent="-228600" lvl="6" marL="3200400" algn="l">
              <a:spcBef>
                <a:spcPts val="46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b="1" sz="2300"/>
            </a:lvl7pPr>
            <a:lvl8pPr indent="-228600" lvl="7" marL="3657600" algn="l">
              <a:spcBef>
                <a:spcPts val="46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b="1" sz="2300"/>
            </a:lvl8pPr>
            <a:lvl9pPr indent="-228600" lvl="8" marL="4114800" algn="l">
              <a:spcBef>
                <a:spcPts val="46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b="1" sz="2300"/>
            </a:lvl9pPr>
          </a:lstStyle>
          <a:p/>
        </p:txBody>
      </p:sp>
      <p:sp>
        <p:nvSpPr>
          <p:cNvPr id="106" name="Google Shape;106;p22"/>
          <p:cNvSpPr txBox="1"/>
          <p:nvPr>
            <p:ph idx="4" type="body"/>
          </p:nvPr>
        </p:nvSpPr>
        <p:spPr>
          <a:xfrm>
            <a:off x="6606260" y="3093155"/>
            <a:ext cx="5748302" cy="5619610"/>
          </a:xfrm>
          <a:prstGeom prst="rect">
            <a:avLst/>
          </a:prstGeom>
          <a:noFill/>
          <a:ln>
            <a:noFill/>
          </a:ln>
        </p:spPr>
        <p:txBody>
          <a:bodyPr anchorCtr="0" anchor="t" bIns="65000" lIns="130025" spcFirstLastPara="1" rIns="130025" wrap="square" tIns="65000">
            <a:noAutofit/>
          </a:bodyPr>
          <a:lstStyle>
            <a:lvl1pPr indent="-444500" lvl="0" marL="457200" algn="l">
              <a:spcBef>
                <a:spcPts val="680"/>
              </a:spcBef>
              <a:spcAft>
                <a:spcPts val="0"/>
              </a:spcAft>
              <a:buClr>
                <a:schemeClr val="dk1"/>
              </a:buClr>
              <a:buSzPts val="3400"/>
              <a:buChar char="•"/>
              <a:defRPr sz="34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93700" lvl="2" marL="1371600" algn="l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  <a:defRPr sz="2600"/>
            </a:lvl3pPr>
            <a:lvl4pPr indent="-374650" lvl="3" marL="1828800" algn="l">
              <a:spcBef>
                <a:spcPts val="460"/>
              </a:spcBef>
              <a:spcAft>
                <a:spcPts val="0"/>
              </a:spcAft>
              <a:buClr>
                <a:schemeClr val="dk1"/>
              </a:buClr>
              <a:buSzPts val="2300"/>
              <a:buChar char="–"/>
              <a:defRPr sz="2300"/>
            </a:lvl4pPr>
            <a:lvl5pPr indent="-374650" lvl="4" marL="2286000" algn="l">
              <a:spcBef>
                <a:spcPts val="460"/>
              </a:spcBef>
              <a:spcAft>
                <a:spcPts val="0"/>
              </a:spcAft>
              <a:buClr>
                <a:schemeClr val="dk1"/>
              </a:buClr>
              <a:buSzPts val="2300"/>
              <a:buChar char="»"/>
              <a:defRPr sz="2300"/>
            </a:lvl5pPr>
            <a:lvl6pPr indent="-374650" lvl="5" marL="2743200" algn="l">
              <a:spcBef>
                <a:spcPts val="460"/>
              </a:spcBef>
              <a:spcAft>
                <a:spcPts val="0"/>
              </a:spcAft>
              <a:buClr>
                <a:schemeClr val="dk1"/>
              </a:buClr>
              <a:buSzPts val="2300"/>
              <a:buChar char="•"/>
              <a:defRPr sz="2300"/>
            </a:lvl6pPr>
            <a:lvl7pPr indent="-374650" lvl="6" marL="3200400" algn="l">
              <a:spcBef>
                <a:spcPts val="460"/>
              </a:spcBef>
              <a:spcAft>
                <a:spcPts val="0"/>
              </a:spcAft>
              <a:buClr>
                <a:schemeClr val="dk1"/>
              </a:buClr>
              <a:buSzPts val="2300"/>
              <a:buChar char="•"/>
              <a:defRPr sz="2300"/>
            </a:lvl7pPr>
            <a:lvl8pPr indent="-374650" lvl="7" marL="3657600" algn="l">
              <a:spcBef>
                <a:spcPts val="460"/>
              </a:spcBef>
              <a:spcAft>
                <a:spcPts val="0"/>
              </a:spcAft>
              <a:buClr>
                <a:schemeClr val="dk1"/>
              </a:buClr>
              <a:buSzPts val="2300"/>
              <a:buChar char="•"/>
              <a:defRPr sz="2300"/>
            </a:lvl8pPr>
            <a:lvl9pPr indent="-374650" lvl="8" marL="4114800" algn="l">
              <a:spcBef>
                <a:spcPts val="460"/>
              </a:spcBef>
              <a:spcAft>
                <a:spcPts val="0"/>
              </a:spcAft>
              <a:buClr>
                <a:schemeClr val="dk1"/>
              </a:buClr>
              <a:buSzPts val="2300"/>
              <a:buChar char="•"/>
              <a:defRPr sz="2300"/>
            </a:lvl9pPr>
          </a:lstStyle>
          <a:p/>
        </p:txBody>
      </p:sp>
      <p:sp>
        <p:nvSpPr>
          <p:cNvPr id="107" name="Google Shape;107;p22"/>
          <p:cNvSpPr txBox="1"/>
          <p:nvPr>
            <p:ph idx="10" type="dt"/>
          </p:nvPr>
        </p:nvSpPr>
        <p:spPr>
          <a:xfrm>
            <a:off x="650875" y="9040812"/>
            <a:ext cx="3033712" cy="519112"/>
          </a:xfrm>
          <a:prstGeom prst="rect">
            <a:avLst/>
          </a:prstGeom>
          <a:noFill/>
          <a:ln>
            <a:noFill/>
          </a:ln>
        </p:spPr>
        <p:txBody>
          <a:bodyPr anchorCtr="0" anchor="ctr" bIns="65000" lIns="130025" spcFirstLastPara="1" rIns="130025" wrap="square" tIns="650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7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" name="Google Shape;108;p22"/>
          <p:cNvSpPr txBox="1"/>
          <p:nvPr>
            <p:ph idx="11" type="ftr"/>
          </p:nvPr>
        </p:nvSpPr>
        <p:spPr>
          <a:xfrm>
            <a:off x="4443412" y="9040812"/>
            <a:ext cx="4117975" cy="519112"/>
          </a:xfrm>
          <a:prstGeom prst="rect">
            <a:avLst/>
          </a:prstGeom>
          <a:noFill/>
          <a:ln>
            <a:noFill/>
          </a:ln>
        </p:spPr>
        <p:txBody>
          <a:bodyPr anchorCtr="0" anchor="ctr" bIns="65000" lIns="130025" spcFirstLastPara="1" rIns="130025" wrap="square" tIns="650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9" name="Google Shape;109;p22"/>
          <p:cNvSpPr txBox="1"/>
          <p:nvPr>
            <p:ph idx="12" type="sldNum"/>
          </p:nvPr>
        </p:nvSpPr>
        <p:spPr>
          <a:xfrm>
            <a:off x="9320212" y="9040812"/>
            <a:ext cx="3033712" cy="519112"/>
          </a:xfrm>
          <a:prstGeom prst="rect">
            <a:avLst/>
          </a:prstGeom>
          <a:noFill/>
          <a:ln>
            <a:noFill/>
          </a:ln>
        </p:spPr>
        <p:txBody>
          <a:bodyPr anchorCtr="0" anchor="ctr" bIns="65000" lIns="130025" spcFirstLastPara="1" rIns="130025" wrap="square" tIns="650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700"/>
              <a:buFont typeface="Arial"/>
              <a:buNone/>
              <a:defRPr b="0" i="0" sz="17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700"/>
              <a:buFont typeface="Arial"/>
              <a:buNone/>
              <a:defRPr b="0" i="0" sz="17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700"/>
              <a:buFont typeface="Arial"/>
              <a:buNone/>
              <a:defRPr b="0" i="0" sz="17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700"/>
              <a:buFont typeface="Arial"/>
              <a:buNone/>
              <a:defRPr b="0" i="0" sz="17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700"/>
              <a:buFont typeface="Arial"/>
              <a:buNone/>
              <a:defRPr b="0" i="0" sz="17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700"/>
              <a:buFont typeface="Arial"/>
              <a:buNone/>
              <a:defRPr b="0" i="0" sz="17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700"/>
              <a:buFont typeface="Arial"/>
              <a:buNone/>
              <a:defRPr b="0" i="0" sz="17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700"/>
              <a:buFont typeface="Arial"/>
              <a:buNone/>
              <a:defRPr b="0" i="0" sz="17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700"/>
              <a:buFont typeface="Arial"/>
              <a:buNone/>
              <a:defRPr b="0" i="0" sz="17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3"/>
          <p:cNvSpPr txBox="1"/>
          <p:nvPr>
            <p:ph type="title"/>
          </p:nvPr>
        </p:nvSpPr>
        <p:spPr>
          <a:xfrm>
            <a:off x="650875" y="390525"/>
            <a:ext cx="11703050" cy="162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5000" lIns="130025" spcFirstLastPara="1" rIns="130025" wrap="square" tIns="650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2" name="Google Shape;112;p23"/>
          <p:cNvSpPr txBox="1"/>
          <p:nvPr>
            <p:ph idx="1" type="body"/>
          </p:nvPr>
        </p:nvSpPr>
        <p:spPr>
          <a:xfrm>
            <a:off x="925689" y="3237656"/>
            <a:ext cx="8213796" cy="9153031"/>
          </a:xfrm>
          <a:prstGeom prst="rect">
            <a:avLst/>
          </a:prstGeom>
          <a:noFill/>
          <a:ln>
            <a:noFill/>
          </a:ln>
        </p:spPr>
        <p:txBody>
          <a:bodyPr anchorCtr="0" anchor="t" bIns="65000" lIns="130025" spcFirstLastPara="1" rIns="130025" wrap="square" tIns="65000">
            <a:noAutofit/>
          </a:bodyPr>
          <a:lstStyle>
            <a:lvl1pPr indent="-482600" lvl="0" marL="45720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1pPr>
            <a:lvl2pPr indent="-444500" lvl="1" marL="914400" algn="l">
              <a:spcBef>
                <a:spcPts val="680"/>
              </a:spcBef>
              <a:spcAft>
                <a:spcPts val="0"/>
              </a:spcAft>
              <a:buClr>
                <a:schemeClr val="dk1"/>
              </a:buClr>
              <a:buSzPts val="3400"/>
              <a:buChar char="–"/>
              <a:defRPr sz="3400"/>
            </a:lvl2pPr>
            <a:lvl3pPr indent="-406400" lvl="2" marL="13716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3pPr>
            <a:lvl4pPr indent="-393700" lvl="3" marL="1828800" algn="l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Char char="–"/>
              <a:defRPr sz="2600"/>
            </a:lvl4pPr>
            <a:lvl5pPr indent="-393700" lvl="4" marL="2286000" algn="l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Char char="»"/>
              <a:defRPr sz="2600"/>
            </a:lvl5pPr>
            <a:lvl6pPr indent="-393700" lvl="5" marL="2743200" algn="l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  <a:defRPr sz="2600"/>
            </a:lvl6pPr>
            <a:lvl7pPr indent="-393700" lvl="6" marL="3200400" algn="l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  <a:defRPr sz="2600"/>
            </a:lvl7pPr>
            <a:lvl8pPr indent="-393700" lvl="7" marL="3657600" algn="l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  <a:defRPr sz="2600"/>
            </a:lvl8pPr>
            <a:lvl9pPr indent="-393700" lvl="8" marL="4114800" algn="l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  <a:defRPr sz="2600"/>
            </a:lvl9pPr>
          </a:lstStyle>
          <a:p/>
        </p:txBody>
      </p:sp>
      <p:sp>
        <p:nvSpPr>
          <p:cNvPr id="113" name="Google Shape;113;p23"/>
          <p:cNvSpPr txBox="1"/>
          <p:nvPr>
            <p:ph idx="2" type="body"/>
          </p:nvPr>
        </p:nvSpPr>
        <p:spPr>
          <a:xfrm>
            <a:off x="9356233" y="3237656"/>
            <a:ext cx="8213796" cy="9153031"/>
          </a:xfrm>
          <a:prstGeom prst="rect">
            <a:avLst/>
          </a:prstGeom>
          <a:noFill/>
          <a:ln>
            <a:noFill/>
          </a:ln>
        </p:spPr>
        <p:txBody>
          <a:bodyPr anchorCtr="0" anchor="t" bIns="65000" lIns="130025" spcFirstLastPara="1" rIns="130025" wrap="square" tIns="65000">
            <a:noAutofit/>
          </a:bodyPr>
          <a:lstStyle>
            <a:lvl1pPr indent="-482600" lvl="0" marL="45720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1pPr>
            <a:lvl2pPr indent="-444500" lvl="1" marL="914400" algn="l">
              <a:spcBef>
                <a:spcPts val="680"/>
              </a:spcBef>
              <a:spcAft>
                <a:spcPts val="0"/>
              </a:spcAft>
              <a:buClr>
                <a:schemeClr val="dk1"/>
              </a:buClr>
              <a:buSzPts val="3400"/>
              <a:buChar char="–"/>
              <a:defRPr sz="3400"/>
            </a:lvl2pPr>
            <a:lvl3pPr indent="-406400" lvl="2" marL="13716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3pPr>
            <a:lvl4pPr indent="-393700" lvl="3" marL="1828800" algn="l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Char char="–"/>
              <a:defRPr sz="2600"/>
            </a:lvl4pPr>
            <a:lvl5pPr indent="-393700" lvl="4" marL="2286000" algn="l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Char char="»"/>
              <a:defRPr sz="2600"/>
            </a:lvl5pPr>
            <a:lvl6pPr indent="-393700" lvl="5" marL="2743200" algn="l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  <a:defRPr sz="2600"/>
            </a:lvl6pPr>
            <a:lvl7pPr indent="-393700" lvl="6" marL="3200400" algn="l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  <a:defRPr sz="2600"/>
            </a:lvl7pPr>
            <a:lvl8pPr indent="-393700" lvl="7" marL="3657600" algn="l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  <a:defRPr sz="2600"/>
            </a:lvl8pPr>
            <a:lvl9pPr indent="-393700" lvl="8" marL="4114800" algn="l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  <a:defRPr sz="2600"/>
            </a:lvl9pPr>
          </a:lstStyle>
          <a:p/>
        </p:txBody>
      </p:sp>
      <p:sp>
        <p:nvSpPr>
          <p:cNvPr id="114" name="Google Shape;114;p23"/>
          <p:cNvSpPr txBox="1"/>
          <p:nvPr>
            <p:ph idx="10" type="dt"/>
          </p:nvPr>
        </p:nvSpPr>
        <p:spPr>
          <a:xfrm>
            <a:off x="650875" y="9040812"/>
            <a:ext cx="3033712" cy="519112"/>
          </a:xfrm>
          <a:prstGeom prst="rect">
            <a:avLst/>
          </a:prstGeom>
          <a:noFill/>
          <a:ln>
            <a:noFill/>
          </a:ln>
        </p:spPr>
        <p:txBody>
          <a:bodyPr anchorCtr="0" anchor="ctr" bIns="65000" lIns="130025" spcFirstLastPara="1" rIns="130025" wrap="square" tIns="650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7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5" name="Google Shape;115;p23"/>
          <p:cNvSpPr txBox="1"/>
          <p:nvPr>
            <p:ph idx="11" type="ftr"/>
          </p:nvPr>
        </p:nvSpPr>
        <p:spPr>
          <a:xfrm>
            <a:off x="4443412" y="9040812"/>
            <a:ext cx="4117975" cy="519112"/>
          </a:xfrm>
          <a:prstGeom prst="rect">
            <a:avLst/>
          </a:prstGeom>
          <a:noFill/>
          <a:ln>
            <a:noFill/>
          </a:ln>
        </p:spPr>
        <p:txBody>
          <a:bodyPr anchorCtr="0" anchor="ctr" bIns="65000" lIns="130025" spcFirstLastPara="1" rIns="130025" wrap="square" tIns="650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9320212" y="9040812"/>
            <a:ext cx="3033712" cy="519112"/>
          </a:xfrm>
          <a:prstGeom prst="rect">
            <a:avLst/>
          </a:prstGeom>
          <a:noFill/>
          <a:ln>
            <a:noFill/>
          </a:ln>
        </p:spPr>
        <p:txBody>
          <a:bodyPr anchorCtr="0" anchor="ctr" bIns="65000" lIns="130025" spcFirstLastPara="1" rIns="130025" wrap="square" tIns="650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700"/>
              <a:buFont typeface="Arial"/>
              <a:buNone/>
              <a:defRPr b="0" i="0" sz="17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700"/>
              <a:buFont typeface="Arial"/>
              <a:buNone/>
              <a:defRPr b="0" i="0" sz="17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700"/>
              <a:buFont typeface="Arial"/>
              <a:buNone/>
              <a:defRPr b="0" i="0" sz="17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700"/>
              <a:buFont typeface="Arial"/>
              <a:buNone/>
              <a:defRPr b="0" i="0" sz="17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700"/>
              <a:buFont typeface="Arial"/>
              <a:buNone/>
              <a:defRPr b="0" i="0" sz="17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700"/>
              <a:buFont typeface="Arial"/>
              <a:buNone/>
              <a:defRPr b="0" i="0" sz="17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700"/>
              <a:buFont typeface="Arial"/>
              <a:buNone/>
              <a:defRPr b="0" i="0" sz="17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700"/>
              <a:buFont typeface="Arial"/>
              <a:buNone/>
              <a:defRPr b="0" i="0" sz="17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700"/>
              <a:buFont typeface="Arial"/>
              <a:buNone/>
              <a:defRPr b="0" i="0" sz="17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type="title"/>
          </p:nvPr>
        </p:nvSpPr>
        <p:spPr>
          <a:xfrm>
            <a:off x="1027290" y="6267593"/>
            <a:ext cx="11054080" cy="1937173"/>
          </a:xfrm>
          <a:prstGeom prst="rect">
            <a:avLst/>
          </a:prstGeom>
          <a:noFill/>
          <a:ln>
            <a:noFill/>
          </a:ln>
        </p:spPr>
        <p:txBody>
          <a:bodyPr anchorCtr="0" anchor="t" bIns="65000" lIns="130025" spcFirstLastPara="1" rIns="130025" wrap="square" tIns="650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5700" cap="none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9" name="Google Shape;119;p24"/>
          <p:cNvSpPr txBox="1"/>
          <p:nvPr>
            <p:ph idx="1" type="body"/>
          </p:nvPr>
        </p:nvSpPr>
        <p:spPr>
          <a:xfrm>
            <a:off x="1027290" y="4133994"/>
            <a:ext cx="11054080" cy="2133599"/>
          </a:xfrm>
          <a:prstGeom prst="rect">
            <a:avLst/>
          </a:prstGeom>
          <a:noFill/>
          <a:ln>
            <a:noFill/>
          </a:ln>
        </p:spPr>
        <p:txBody>
          <a:bodyPr anchorCtr="0" anchor="b" bIns="65000" lIns="130025" spcFirstLastPara="1" rIns="130025" wrap="square" tIns="65000">
            <a:noAutofit/>
          </a:bodyPr>
          <a:lstStyle>
            <a:lvl1pPr indent="-228600" lvl="0" marL="457200" algn="l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 sz="28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520"/>
              </a:spcBef>
              <a:spcAft>
                <a:spcPts val="0"/>
              </a:spcAft>
              <a:buClr>
                <a:srgbClr val="888888"/>
              </a:buClr>
              <a:buSzPts val="2600"/>
              <a:buNone/>
              <a:defRPr sz="26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460"/>
              </a:spcBef>
              <a:spcAft>
                <a:spcPts val="0"/>
              </a:spcAft>
              <a:buClr>
                <a:srgbClr val="888888"/>
              </a:buClr>
              <a:buSzPts val="2300"/>
              <a:buNone/>
              <a:defRPr sz="23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20" name="Google Shape;120;p24"/>
          <p:cNvSpPr txBox="1"/>
          <p:nvPr>
            <p:ph idx="10" type="dt"/>
          </p:nvPr>
        </p:nvSpPr>
        <p:spPr>
          <a:xfrm>
            <a:off x="650875" y="9040812"/>
            <a:ext cx="3033712" cy="519112"/>
          </a:xfrm>
          <a:prstGeom prst="rect">
            <a:avLst/>
          </a:prstGeom>
          <a:noFill/>
          <a:ln>
            <a:noFill/>
          </a:ln>
        </p:spPr>
        <p:txBody>
          <a:bodyPr anchorCtr="0" anchor="ctr" bIns="65000" lIns="130025" spcFirstLastPara="1" rIns="130025" wrap="square" tIns="650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7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1" name="Google Shape;121;p24"/>
          <p:cNvSpPr txBox="1"/>
          <p:nvPr>
            <p:ph idx="11" type="ftr"/>
          </p:nvPr>
        </p:nvSpPr>
        <p:spPr>
          <a:xfrm>
            <a:off x="4443412" y="9040812"/>
            <a:ext cx="4117975" cy="519112"/>
          </a:xfrm>
          <a:prstGeom prst="rect">
            <a:avLst/>
          </a:prstGeom>
          <a:noFill/>
          <a:ln>
            <a:noFill/>
          </a:ln>
        </p:spPr>
        <p:txBody>
          <a:bodyPr anchorCtr="0" anchor="ctr" bIns="65000" lIns="130025" spcFirstLastPara="1" rIns="130025" wrap="square" tIns="650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" name="Google Shape;122;p24"/>
          <p:cNvSpPr txBox="1"/>
          <p:nvPr>
            <p:ph idx="12" type="sldNum"/>
          </p:nvPr>
        </p:nvSpPr>
        <p:spPr>
          <a:xfrm>
            <a:off x="9320212" y="9040812"/>
            <a:ext cx="3033712" cy="519112"/>
          </a:xfrm>
          <a:prstGeom prst="rect">
            <a:avLst/>
          </a:prstGeom>
          <a:noFill/>
          <a:ln>
            <a:noFill/>
          </a:ln>
        </p:spPr>
        <p:txBody>
          <a:bodyPr anchorCtr="0" anchor="ctr" bIns="65000" lIns="130025" spcFirstLastPara="1" rIns="130025" wrap="square" tIns="650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700"/>
              <a:buFont typeface="Arial"/>
              <a:buNone/>
              <a:defRPr b="0" i="0" sz="17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700"/>
              <a:buFont typeface="Arial"/>
              <a:buNone/>
              <a:defRPr b="0" i="0" sz="17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700"/>
              <a:buFont typeface="Arial"/>
              <a:buNone/>
              <a:defRPr b="0" i="0" sz="17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700"/>
              <a:buFont typeface="Arial"/>
              <a:buNone/>
              <a:defRPr b="0" i="0" sz="17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700"/>
              <a:buFont typeface="Arial"/>
              <a:buNone/>
              <a:defRPr b="0" i="0" sz="17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700"/>
              <a:buFont typeface="Arial"/>
              <a:buNone/>
              <a:defRPr b="0" i="0" sz="17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700"/>
              <a:buFont typeface="Arial"/>
              <a:buNone/>
              <a:defRPr b="0" i="0" sz="17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700"/>
              <a:buFont typeface="Arial"/>
              <a:buNone/>
              <a:defRPr b="0" i="0" sz="17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700"/>
              <a:buFont typeface="Arial"/>
              <a:buNone/>
              <a:defRPr b="0" i="0" sz="17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3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787400" y="1511300"/>
            <a:ext cx="11430000" cy="3810000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800" u="none" cap="none" strike="noStrike">
                <a:solidFill>
                  <a:srgbClr val="1F5B5A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800" u="none" cap="none" strike="noStrike">
                <a:solidFill>
                  <a:srgbClr val="1F5B5A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800" u="none" cap="none" strike="noStrike">
                <a:solidFill>
                  <a:srgbClr val="1F5B5A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800" u="none" cap="none" strike="noStrike">
                <a:solidFill>
                  <a:srgbClr val="1F5B5A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800" u="none" cap="none" strike="noStrike">
                <a:solidFill>
                  <a:srgbClr val="1F5B5A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800" u="none" cap="none" strike="noStrike">
                <a:solidFill>
                  <a:srgbClr val="1F5B5A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800" u="none" cap="none" strike="noStrike">
                <a:solidFill>
                  <a:srgbClr val="1F5B5A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800" u="none" cap="none" strike="noStrike">
                <a:solidFill>
                  <a:srgbClr val="1F5B5A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800" u="none" cap="none" strike="noStrike">
                <a:solidFill>
                  <a:srgbClr val="1F5B5A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787400" y="5308600"/>
            <a:ext cx="11430000" cy="18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Autofit/>
          </a:bodyPr>
          <a:lstStyle>
            <a:lvl1pPr indent="-584200" lvl="0" marL="457200" marR="0" rtl="0" algn="ctr">
              <a:spcBef>
                <a:spcPts val="0"/>
              </a:spcBef>
              <a:spcAft>
                <a:spcPts val="0"/>
              </a:spcAft>
              <a:buClr>
                <a:srgbClr val="4B4B4B"/>
              </a:buClr>
              <a:buSzPts val="5600"/>
              <a:buFont typeface="Arial"/>
              <a:buChar char="•"/>
              <a:defRPr b="0" i="0" sz="5600" u="none" cap="none" strike="noStrike">
                <a:solidFill>
                  <a:srgbClr val="4B4B4B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584200" lvl="1" marL="914400" marR="0" rtl="0" algn="ctr">
              <a:spcBef>
                <a:spcPts val="0"/>
              </a:spcBef>
              <a:spcAft>
                <a:spcPts val="0"/>
              </a:spcAft>
              <a:buClr>
                <a:srgbClr val="4B4B4B"/>
              </a:buClr>
              <a:buSzPts val="5600"/>
              <a:buFont typeface="Arial"/>
              <a:buChar char="–"/>
              <a:defRPr b="0" i="0" sz="5600" u="none" cap="none" strike="noStrike">
                <a:solidFill>
                  <a:srgbClr val="4B4B4B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584200" lvl="2" marL="1371600" marR="0" rtl="0" algn="ctr">
              <a:spcBef>
                <a:spcPts val="0"/>
              </a:spcBef>
              <a:spcAft>
                <a:spcPts val="0"/>
              </a:spcAft>
              <a:buClr>
                <a:srgbClr val="4B4B4B"/>
              </a:buClr>
              <a:buSzPts val="5600"/>
              <a:buFont typeface="Arial"/>
              <a:buChar char="•"/>
              <a:defRPr b="0" i="0" sz="5600" u="none" cap="none" strike="noStrike">
                <a:solidFill>
                  <a:srgbClr val="4B4B4B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584200" lvl="3" marL="1828800" marR="0" rtl="0" algn="ctr">
              <a:spcBef>
                <a:spcPts val="0"/>
              </a:spcBef>
              <a:spcAft>
                <a:spcPts val="0"/>
              </a:spcAft>
              <a:buClr>
                <a:srgbClr val="4B4B4B"/>
              </a:buClr>
              <a:buSzPts val="5600"/>
              <a:buFont typeface="Arial"/>
              <a:buChar char="–"/>
              <a:defRPr b="0" i="0" sz="5600" u="none" cap="none" strike="noStrike">
                <a:solidFill>
                  <a:srgbClr val="4B4B4B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584200" lvl="4" marL="2286000" marR="0" rtl="0" algn="ctr">
              <a:spcBef>
                <a:spcPts val="0"/>
              </a:spcBef>
              <a:spcAft>
                <a:spcPts val="0"/>
              </a:spcAft>
              <a:buClr>
                <a:srgbClr val="4B4B4B"/>
              </a:buClr>
              <a:buSzPts val="5600"/>
              <a:buFont typeface="Arial"/>
              <a:buChar char="»"/>
              <a:defRPr b="0" i="0" sz="5600" u="none" cap="none" strike="noStrike">
                <a:solidFill>
                  <a:srgbClr val="4B4B4B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5600" u="none" cap="none" strike="noStrike">
                <a:solidFill>
                  <a:srgbClr val="4B4B4B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5600" u="none" cap="none" strike="noStrike">
                <a:solidFill>
                  <a:srgbClr val="4B4B4B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5600" u="none" cap="none" strike="noStrike">
                <a:solidFill>
                  <a:srgbClr val="4B4B4B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5600" u="none" cap="none" strike="noStrike">
                <a:solidFill>
                  <a:srgbClr val="4B4B4B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3"/>
          <p:cNvSpPr txBox="1"/>
          <p:nvPr>
            <p:ph type="title"/>
          </p:nvPr>
        </p:nvSpPr>
        <p:spPr>
          <a:xfrm>
            <a:off x="650875" y="390525"/>
            <a:ext cx="11703050" cy="162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5000" lIns="130025" spcFirstLastPara="1" rIns="130025" wrap="square" tIns="650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6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6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6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6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6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6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6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6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6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0" name="Google Shape;50;p13"/>
          <p:cNvSpPr txBox="1"/>
          <p:nvPr>
            <p:ph idx="1" type="body"/>
          </p:nvPr>
        </p:nvSpPr>
        <p:spPr>
          <a:xfrm>
            <a:off x="650875" y="2276475"/>
            <a:ext cx="11703050" cy="6435725"/>
          </a:xfrm>
          <a:prstGeom prst="rect">
            <a:avLst/>
          </a:prstGeom>
          <a:noFill/>
          <a:ln>
            <a:noFill/>
          </a:ln>
        </p:spPr>
        <p:txBody>
          <a:bodyPr anchorCtr="0" anchor="t" bIns="65000" lIns="130025" spcFirstLastPara="1" rIns="130025" wrap="square" tIns="65000">
            <a:noAutofit/>
          </a:bodyPr>
          <a:lstStyle>
            <a:lvl1pPr indent="-520700" lvl="0" marL="457200" marR="0" rtl="0" algn="l">
              <a:spcBef>
                <a:spcPts val="920"/>
              </a:spcBef>
              <a:spcAft>
                <a:spcPts val="0"/>
              </a:spcAft>
              <a:buClr>
                <a:schemeClr val="dk1"/>
              </a:buClr>
              <a:buSzPts val="4600"/>
              <a:buFont typeface="Arial"/>
              <a:buChar char="•"/>
              <a:defRPr b="0" i="0" sz="4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82600" lvl="1" marL="914400" marR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Char char="–"/>
              <a:defRPr b="0" i="0" sz="4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444500" lvl="2" marL="1371600" marR="0" rtl="0" algn="l">
              <a:spcBef>
                <a:spcPts val="68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Arial"/>
              <a:buChar char="•"/>
              <a:defRPr b="0" i="0" sz="3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406400" lvl="3" marL="18288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406400" lvl="4" marL="22860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»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406400" lvl="5" marL="27432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406400" lvl="6" marL="3200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406400" lvl="7" marL="36576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406400" lvl="8" marL="41148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1" name="Google Shape;51;p13"/>
          <p:cNvSpPr txBox="1"/>
          <p:nvPr>
            <p:ph idx="10" type="dt"/>
          </p:nvPr>
        </p:nvSpPr>
        <p:spPr>
          <a:xfrm>
            <a:off x="650875" y="9040812"/>
            <a:ext cx="3033712" cy="519112"/>
          </a:xfrm>
          <a:prstGeom prst="rect">
            <a:avLst/>
          </a:prstGeom>
          <a:noFill/>
          <a:ln>
            <a:noFill/>
          </a:ln>
        </p:spPr>
        <p:txBody>
          <a:bodyPr anchorCtr="0" anchor="ctr" bIns="65000" lIns="130025" spcFirstLastPara="1" rIns="130025" wrap="square" tIns="650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7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rgbClr val="59565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rgbClr val="59565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rgbClr val="59565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rgbClr val="59565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rgbClr val="59565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rgbClr val="59565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rgbClr val="59565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rgbClr val="59565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1" type="ftr"/>
          </p:nvPr>
        </p:nvSpPr>
        <p:spPr>
          <a:xfrm>
            <a:off x="4443412" y="9040812"/>
            <a:ext cx="4117975" cy="519112"/>
          </a:xfrm>
          <a:prstGeom prst="rect">
            <a:avLst/>
          </a:prstGeom>
          <a:noFill/>
          <a:ln>
            <a:noFill/>
          </a:ln>
        </p:spPr>
        <p:txBody>
          <a:bodyPr anchorCtr="0" anchor="ctr" bIns="65000" lIns="130025" spcFirstLastPara="1" rIns="130025" wrap="square" tIns="650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rgbClr val="59565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rgbClr val="59565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rgbClr val="59565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rgbClr val="59565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rgbClr val="59565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rgbClr val="59565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rgbClr val="59565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rgbClr val="59565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rgbClr val="59565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9320212" y="9040812"/>
            <a:ext cx="3033712" cy="519112"/>
          </a:xfrm>
          <a:prstGeom prst="rect">
            <a:avLst/>
          </a:prstGeom>
          <a:noFill/>
          <a:ln>
            <a:noFill/>
          </a:ln>
        </p:spPr>
        <p:txBody>
          <a:bodyPr anchorCtr="0" anchor="ctr" bIns="65000" lIns="130025" spcFirstLastPara="1" rIns="130025" wrap="square" tIns="650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0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6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9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8.jp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7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.jpg"/><Relationship Id="rId4" Type="http://schemas.openxmlformats.org/officeDocument/2006/relationships/image" Target="../media/image5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5"/>
          <p:cNvSpPr txBox="1"/>
          <p:nvPr>
            <p:ph type="title"/>
          </p:nvPr>
        </p:nvSpPr>
        <p:spPr>
          <a:xfrm>
            <a:off x="711200" y="1219200"/>
            <a:ext cx="11506200" cy="5638800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Cambria Math"/>
              <a:buNone/>
            </a:pPr>
            <a:r>
              <a:rPr b="0" i="0" lang="en-US" sz="5400" u="none">
                <a:solidFill>
                  <a:srgbClr val="000000"/>
                </a:solidFill>
                <a:latin typeface="Cambria Math"/>
                <a:ea typeface="Cambria Math"/>
                <a:cs typeface="Cambria Math"/>
                <a:sym typeface="Cambria Math"/>
              </a:rPr>
              <a:t>Food and Nutrition</a:t>
            </a:r>
            <a:br>
              <a:rPr b="0" i="0" lang="en-US" sz="6000" u="non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</a:br>
            <a:br>
              <a:rPr b="0" i="0" lang="en-US" sz="5600" u="non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</a:br>
            <a:endParaRPr/>
          </a:p>
        </p:txBody>
      </p:sp>
      <p:sp>
        <p:nvSpPr>
          <p:cNvPr id="128" name="Google Shape;128;p25"/>
          <p:cNvSpPr txBox="1"/>
          <p:nvPr/>
        </p:nvSpPr>
        <p:spPr>
          <a:xfrm>
            <a:off x="1701800" y="6477000"/>
            <a:ext cx="9525000" cy="6461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65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595650"/>
                </a:solidFill>
                <a:latin typeface="Arial"/>
                <a:ea typeface="Arial"/>
                <a:cs typeface="Arial"/>
                <a:sym typeface="Arial"/>
              </a:rPr>
              <a:t>Prof. Dr. Md. Mahbubul Morshed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6"/>
          <p:cNvSpPr txBox="1"/>
          <p:nvPr/>
        </p:nvSpPr>
        <p:spPr>
          <a:xfrm>
            <a:off x="6045200" y="762000"/>
            <a:ext cx="6477000" cy="708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-196850" lvl="0" marL="1968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	</a:t>
            </a:r>
            <a:r>
              <a:rPr b="1" i="0" lang="en-US" sz="4000" u="sng" cap="none" strike="noStrike">
                <a:solidFill>
                  <a:srgbClr val="C00000"/>
                </a:solidFill>
                <a:latin typeface="Geo"/>
                <a:ea typeface="Geo"/>
                <a:cs typeface="Geo"/>
                <a:sym typeface="Geo"/>
              </a:rPr>
              <a:t>Nutritional Requirements</a:t>
            </a:r>
            <a:endParaRPr/>
          </a:p>
          <a:p>
            <a:pPr indent="-196850" lvl="0" marL="19685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595650"/>
              </a:buClr>
              <a:buSzPts val="4000"/>
              <a:buFont typeface="Arial"/>
              <a:buNone/>
            </a:pPr>
            <a:r>
              <a:t/>
            </a:r>
            <a:endParaRPr b="1" i="0" sz="4000" u="sng" cap="none" strike="noStrike">
              <a:solidFill>
                <a:srgbClr val="C00000"/>
              </a:solidFill>
              <a:latin typeface="Geo"/>
              <a:ea typeface="Geo"/>
              <a:cs typeface="Geo"/>
              <a:sym typeface="Geo"/>
            </a:endParaRPr>
          </a:p>
          <a:p>
            <a:pPr indent="-196850" lvl="0" marL="19685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595650"/>
              </a:buClr>
              <a:buSzPts val="2800"/>
              <a:buFont typeface="Arial"/>
              <a:buNone/>
            </a:pPr>
            <a:r>
              <a:t/>
            </a:r>
            <a:endParaRPr b="1" i="0" sz="2800" u="sng" cap="none" strike="noStrike">
              <a:solidFill>
                <a:srgbClr val="C00000"/>
              </a:solidFill>
              <a:latin typeface="Geo"/>
              <a:ea typeface="Geo"/>
              <a:cs typeface="Geo"/>
              <a:sym typeface="Geo"/>
            </a:endParaRPr>
          </a:p>
          <a:p>
            <a:pPr indent="-196850" lvl="0" marL="19685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595650"/>
              </a:buClr>
              <a:buSzPts val="2800"/>
              <a:buFont typeface="Arial"/>
              <a:buNone/>
            </a:pPr>
            <a:r>
              <a:t/>
            </a:r>
            <a:endParaRPr b="1" i="0" sz="2800" u="sng" cap="none" strike="noStrike">
              <a:solidFill>
                <a:srgbClr val="C00000"/>
              </a:solidFill>
              <a:latin typeface="Geo"/>
              <a:ea typeface="Geo"/>
              <a:cs typeface="Geo"/>
              <a:sym typeface="Geo"/>
            </a:endParaRPr>
          </a:p>
          <a:p>
            <a:pPr indent="-196850" lvl="0" marL="19685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C00000"/>
              </a:buClr>
              <a:buSzPts val="2800"/>
              <a:buFont typeface="Geo"/>
              <a:buNone/>
            </a:pPr>
            <a:r>
              <a:rPr b="1" i="0" lang="en-US" sz="2800" u="none" cap="none" strike="noStrike">
                <a:solidFill>
                  <a:srgbClr val="C00000"/>
                </a:solidFill>
                <a:latin typeface="Geo"/>
                <a:ea typeface="Geo"/>
                <a:cs typeface="Geo"/>
                <a:sym typeface="Geo"/>
              </a:rPr>
              <a:t>Nutrient: </a:t>
            </a:r>
            <a:r>
              <a:rPr b="0" i="1" lang="en-US" sz="2800" u="none" cap="none" strike="noStrik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 are the raw materials, which provide the essential </a:t>
            </a:r>
            <a:r>
              <a:rPr b="0" i="1" lang="en-US" sz="2800" u="sng" cap="none" strike="noStrik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matter</a:t>
            </a:r>
            <a:r>
              <a:rPr b="0" i="1" lang="en-US" sz="2800" u="none" cap="none" strike="noStrik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 and </a:t>
            </a:r>
            <a:r>
              <a:rPr b="0" i="1" lang="en-US" sz="2800" u="sng" cap="none" strike="noStrik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energy</a:t>
            </a:r>
            <a:r>
              <a:rPr b="0" i="1" lang="en-US" sz="2800" u="none" cap="none" strike="noStrik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 for life. </a:t>
            </a:r>
            <a:endParaRPr/>
          </a:p>
          <a:p>
            <a:pPr indent="-196850" lvl="0" marL="19685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595650"/>
              </a:buClr>
              <a:buSzPts val="2800"/>
              <a:buFont typeface="Arial"/>
              <a:buNone/>
            </a:pPr>
            <a:r>
              <a:t/>
            </a:r>
            <a:endParaRPr b="0" i="1" sz="2800" u="none" cap="none" strike="noStrike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196850" lvl="0" marL="19685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595650"/>
              </a:buClr>
              <a:buSzPts val="2800"/>
              <a:buFont typeface="Arial"/>
              <a:buNone/>
            </a:pPr>
            <a:r>
              <a:t/>
            </a:r>
            <a:endParaRPr b="0" i="1" sz="2800" u="none" cap="none" strike="noStrike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196850" lvl="0" marL="19685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595650"/>
              </a:buClr>
              <a:buSzPts val="2800"/>
              <a:buFont typeface="Arial"/>
              <a:buNone/>
            </a:pPr>
            <a:r>
              <a:t/>
            </a:r>
            <a:endParaRPr b="0" i="1" sz="2800" u="none" cap="none" strike="noStrike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196850" lvl="0" marL="19685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C00000"/>
              </a:buClr>
              <a:buSzPts val="2800"/>
              <a:buFont typeface="Geo"/>
              <a:buNone/>
            </a:pPr>
            <a:r>
              <a:rPr b="1" i="0" lang="en-US" sz="2800" u="none" cap="none" strike="noStrike">
                <a:solidFill>
                  <a:srgbClr val="C00000"/>
                </a:solidFill>
                <a:latin typeface="Geo"/>
                <a:ea typeface="Geo"/>
                <a:cs typeface="Geo"/>
                <a:sym typeface="Geo"/>
              </a:rPr>
              <a:t>Nutrition: </a:t>
            </a:r>
            <a:r>
              <a:rPr b="0" i="1" lang="en-US" sz="2800" u="none" cap="none" strike="noStrik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 refers to all the </a:t>
            </a:r>
            <a:r>
              <a:rPr b="0" i="1" lang="en-US" sz="2800" u="sng" cap="none" strike="noStrik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processes</a:t>
            </a:r>
            <a:r>
              <a:rPr b="0" i="1" lang="en-US" sz="2800" u="none" cap="none" strike="noStrik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 by which living organisms obtain and use these nutrients</a:t>
            </a:r>
            <a:r>
              <a:rPr b="0" i="0" lang="en-US" sz="2800" u="none" cap="none" strike="noStrik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.</a:t>
            </a:r>
            <a:endParaRPr/>
          </a:p>
        </p:txBody>
      </p:sp>
      <p:sp>
        <p:nvSpPr>
          <p:cNvPr id="134" name="Google Shape;134;p26"/>
          <p:cNvSpPr txBox="1"/>
          <p:nvPr/>
        </p:nvSpPr>
        <p:spPr>
          <a:xfrm>
            <a:off x="551915012" y="2147483647"/>
            <a:ext cx="2147483647" cy="1284203362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63500" dir="2700000" dist="38098">
              <a:schemeClr val="lt2">
                <a:alpha val="89804"/>
              </a:schemeClr>
            </a:outerShdw>
          </a:effectLst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Georgia"/>
              <a:buNone/>
            </a:pPr>
            <a:r>
              <a:rPr b="0" i="0" lang="en-US" sz="44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Contents:</a:t>
            </a:r>
            <a:endParaRPr/>
          </a:p>
        </p:txBody>
      </p:sp>
      <p:sp>
        <p:nvSpPr>
          <p:cNvPr id="135" name="Google Shape;135;p26"/>
          <p:cNvSpPr txBox="1"/>
          <p:nvPr/>
        </p:nvSpPr>
        <p:spPr>
          <a:xfrm>
            <a:off x="564515000" y="2147483647"/>
            <a:ext cx="2147483647" cy="2147482687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63500" dir="2700000" dist="38098">
              <a:schemeClr val="lt2">
                <a:alpha val="89804"/>
              </a:schemeClr>
            </a:outerShdw>
          </a:effectLst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-571500" lvl="0" marL="5715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80"/>
              <a:buFont typeface="Noto Sans Symbols"/>
              <a:buChar char="⮚"/>
            </a:pPr>
            <a:r>
              <a:rPr b="1" i="0" lang="en-US" sz="2800" u="none" cap="none" strike="noStrike">
                <a:solidFill>
                  <a:schemeClr val="dk1"/>
                </a:solidFill>
                <a:latin typeface="Geo"/>
                <a:ea typeface="Geo"/>
                <a:cs typeface="Geo"/>
                <a:sym typeface="Geo"/>
              </a:rPr>
              <a:t>The Nutrient and Nutrition</a:t>
            </a:r>
            <a:endParaRPr b="1" i="0" sz="2800" u="none" cap="none" strike="noStrike">
              <a:solidFill>
                <a:schemeClr val="dk1"/>
              </a:solidFill>
              <a:latin typeface="Geo"/>
              <a:ea typeface="Geo"/>
              <a:cs typeface="Geo"/>
              <a:sym typeface="Geo"/>
            </a:endParaRPr>
          </a:p>
          <a:p>
            <a:pPr indent="-571500" lvl="0" marL="571500" marR="0" rtl="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380"/>
              <a:buFont typeface="Noto Sans Symbols"/>
              <a:buChar char="⮚"/>
            </a:pPr>
            <a:r>
              <a:rPr b="1" i="0" lang="en-US" sz="2800" u="none" cap="none" strike="noStrike">
                <a:solidFill>
                  <a:schemeClr val="dk1"/>
                </a:solidFill>
                <a:latin typeface="Geo"/>
                <a:ea typeface="Geo"/>
                <a:cs typeface="Geo"/>
                <a:sym typeface="Geo"/>
              </a:rPr>
              <a:t>Classes of Nutrients</a:t>
            </a:r>
            <a:endParaRPr b="1" i="0" sz="2800" u="none" cap="none" strike="noStrike">
              <a:solidFill>
                <a:schemeClr val="dk1"/>
              </a:solidFill>
              <a:latin typeface="Geo"/>
              <a:ea typeface="Geo"/>
              <a:cs typeface="Geo"/>
              <a:sym typeface="Geo"/>
            </a:endParaRPr>
          </a:p>
          <a:p>
            <a:pPr indent="-571500" lvl="0" marL="571500" marR="0" rtl="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380"/>
              <a:buFont typeface="Noto Sans Symbols"/>
              <a:buChar char="⮚"/>
            </a:pPr>
            <a:r>
              <a:rPr b="1" i="0" lang="en-US" sz="2800" u="none" cap="none" strike="noStrike">
                <a:solidFill>
                  <a:schemeClr val="dk1"/>
                </a:solidFill>
                <a:latin typeface="Geo"/>
                <a:ea typeface="Geo"/>
                <a:cs typeface="Geo"/>
                <a:sym typeface="Geo"/>
              </a:rPr>
              <a:t>Functions and Sources of Major Vitamins Important to Humans</a:t>
            </a:r>
            <a:endParaRPr b="1" i="0" sz="2800" u="none" cap="none" strike="noStrike">
              <a:solidFill>
                <a:schemeClr val="dk1"/>
              </a:solidFill>
              <a:latin typeface="Geo"/>
              <a:ea typeface="Geo"/>
              <a:cs typeface="Geo"/>
              <a:sym typeface="Geo"/>
            </a:endParaRPr>
          </a:p>
          <a:p>
            <a:pPr indent="-571500" lvl="0" marL="571500" marR="0" rtl="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380"/>
              <a:buFont typeface="Noto Sans Symbols"/>
              <a:buChar char="⮚"/>
            </a:pPr>
            <a:r>
              <a:rPr b="1" i="0" lang="en-US" sz="2800" u="none" cap="none" strike="noStrike">
                <a:solidFill>
                  <a:schemeClr val="dk1"/>
                </a:solidFill>
                <a:latin typeface="Geo"/>
                <a:ea typeface="Geo"/>
                <a:cs typeface="Geo"/>
                <a:sym typeface="Geo"/>
              </a:rPr>
              <a:t>Food as Fuel: Calories Count</a:t>
            </a:r>
            <a:endParaRPr b="1" i="0" sz="2800" u="none" cap="none" strike="noStrike">
              <a:solidFill>
                <a:schemeClr val="dk1"/>
              </a:solidFill>
              <a:latin typeface="Geo"/>
              <a:ea typeface="Geo"/>
              <a:cs typeface="Geo"/>
              <a:sym typeface="Geo"/>
            </a:endParaRPr>
          </a:p>
          <a:p>
            <a:pPr indent="-571500" lvl="0" marL="571500" marR="0" rtl="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380"/>
              <a:buFont typeface="Noto Sans Symbols"/>
              <a:buChar char="⮚"/>
            </a:pPr>
            <a:r>
              <a:rPr b="1" i="0" lang="en-US" sz="2800" u="none" cap="none" strike="noStrike">
                <a:solidFill>
                  <a:schemeClr val="dk1"/>
                </a:solidFill>
                <a:latin typeface="Geo"/>
                <a:ea typeface="Geo"/>
                <a:cs typeface="Geo"/>
                <a:sym typeface="Geo"/>
              </a:rPr>
              <a:t> Healthy weight/ Body Mass Index(BMI)</a:t>
            </a:r>
            <a:endParaRPr/>
          </a:p>
          <a:p>
            <a:pPr indent="-571500" lvl="0" marL="571500" marR="0" rtl="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380"/>
              <a:buFont typeface="Noto Sans Symbols"/>
              <a:buChar char="⮚"/>
            </a:pPr>
            <a:r>
              <a:rPr b="1" i="0" lang="en-US" sz="2800" u="none" cap="none" strike="noStrike">
                <a:solidFill>
                  <a:schemeClr val="dk1"/>
                </a:solidFill>
                <a:latin typeface="Geo"/>
                <a:ea typeface="Geo"/>
                <a:cs typeface="Geo"/>
                <a:sym typeface="Geo"/>
              </a:rPr>
              <a:t>Malnutrition</a:t>
            </a:r>
            <a:endParaRPr/>
          </a:p>
          <a:p>
            <a:pPr indent="-571500" lvl="0" marL="571500" marR="0" rtl="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380"/>
              <a:buFont typeface="Noto Sans Symbols"/>
              <a:buChar char="⮚"/>
            </a:pPr>
            <a:r>
              <a:rPr b="1" i="0" lang="en-US" sz="2800" u="none" cap="none" strike="noStrike">
                <a:solidFill>
                  <a:schemeClr val="dk1"/>
                </a:solidFill>
                <a:latin typeface="Geo"/>
                <a:ea typeface="Geo"/>
                <a:cs typeface="Geo"/>
                <a:sym typeface="Geo"/>
              </a:rPr>
              <a:t>Plant nutrition</a:t>
            </a:r>
            <a:endParaRPr/>
          </a:p>
        </p:txBody>
      </p:sp>
      <p:sp>
        <p:nvSpPr>
          <p:cNvPr id="136" name="Google Shape;136;p26"/>
          <p:cNvSpPr txBox="1"/>
          <p:nvPr/>
        </p:nvSpPr>
        <p:spPr>
          <a:xfrm>
            <a:off x="685800" y="685800"/>
            <a:ext cx="4673600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26053"/>
              </a:buClr>
              <a:buSzPts val="5400"/>
              <a:buFont typeface="Calibri"/>
              <a:buNone/>
            </a:pPr>
            <a:r>
              <a:rPr b="0" i="0" lang="en-US" sz="5400" u="none" cap="none" strike="noStrike">
                <a:solidFill>
                  <a:srgbClr val="626053"/>
                </a:solidFill>
                <a:latin typeface="Calibri"/>
                <a:ea typeface="Calibri"/>
                <a:cs typeface="Calibri"/>
                <a:sym typeface="Calibri"/>
              </a:rPr>
              <a:t>Contents:</a:t>
            </a:r>
            <a:endParaRPr/>
          </a:p>
        </p:txBody>
      </p:sp>
      <p:sp>
        <p:nvSpPr>
          <p:cNvPr id="137" name="Google Shape;137;p26"/>
          <p:cNvSpPr txBox="1"/>
          <p:nvPr/>
        </p:nvSpPr>
        <p:spPr>
          <a:xfrm>
            <a:off x="381000" y="2286000"/>
            <a:ext cx="5283200" cy="746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571500" lvl="0" marL="5715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72"/>
              <a:buFont typeface="Arial"/>
              <a:buChar char="•"/>
            </a:pPr>
            <a:r>
              <a:rPr b="1" i="0" lang="en-US" sz="2800" u="none" cap="none" strike="noStrike">
                <a:solidFill>
                  <a:srgbClr val="4B4B4B"/>
                </a:solidFill>
                <a:latin typeface="Calibri"/>
                <a:ea typeface="Calibri"/>
                <a:cs typeface="Calibri"/>
                <a:sym typeface="Calibri"/>
              </a:rPr>
              <a:t> The Nutrient and Nutrition</a:t>
            </a:r>
            <a:endParaRPr/>
          </a:p>
          <a:p>
            <a:pPr indent="-571500" lvl="0" marL="571500" marR="0" rtl="0" algn="l">
              <a:lnSpc>
                <a:spcPct val="100000"/>
              </a:lnSpc>
              <a:spcBef>
                <a:spcPts val="2800"/>
              </a:spcBef>
              <a:spcAft>
                <a:spcPts val="0"/>
              </a:spcAft>
              <a:buClr>
                <a:schemeClr val="lt1"/>
              </a:buClr>
              <a:buSzPts val="3472"/>
              <a:buFont typeface="Arial"/>
              <a:buChar char="•"/>
            </a:pPr>
            <a:r>
              <a:rPr b="1" i="0" lang="en-US" sz="2800" u="none" cap="none" strike="noStrike">
                <a:solidFill>
                  <a:srgbClr val="4B4B4B"/>
                </a:solidFill>
                <a:latin typeface="Calibri"/>
                <a:ea typeface="Calibri"/>
                <a:cs typeface="Calibri"/>
                <a:sym typeface="Calibri"/>
              </a:rPr>
              <a:t>Classes of Nutrients</a:t>
            </a:r>
            <a:endParaRPr/>
          </a:p>
          <a:p>
            <a:pPr indent="-571500" lvl="0" marL="571500" marR="0" rtl="0" algn="l">
              <a:lnSpc>
                <a:spcPct val="100000"/>
              </a:lnSpc>
              <a:spcBef>
                <a:spcPts val="2800"/>
              </a:spcBef>
              <a:spcAft>
                <a:spcPts val="0"/>
              </a:spcAft>
              <a:buClr>
                <a:schemeClr val="lt1"/>
              </a:buClr>
              <a:buSzPts val="3472"/>
              <a:buFont typeface="Arial"/>
              <a:buChar char="•"/>
            </a:pPr>
            <a:r>
              <a:rPr b="1" i="0" lang="en-US" sz="2800" u="none" cap="none" strike="noStrike">
                <a:solidFill>
                  <a:srgbClr val="4B4B4B"/>
                </a:solidFill>
                <a:latin typeface="Calibri"/>
                <a:ea typeface="Calibri"/>
                <a:cs typeface="Calibri"/>
                <a:sym typeface="Calibri"/>
              </a:rPr>
              <a:t>Functions and source of  all nutrients.</a:t>
            </a:r>
            <a:endParaRPr/>
          </a:p>
          <a:p>
            <a:pPr indent="-571500" lvl="0" marL="571500" marR="0" rtl="0" algn="l">
              <a:lnSpc>
                <a:spcPct val="100000"/>
              </a:lnSpc>
              <a:spcBef>
                <a:spcPts val="2800"/>
              </a:spcBef>
              <a:spcAft>
                <a:spcPts val="0"/>
              </a:spcAft>
              <a:buClr>
                <a:schemeClr val="lt1"/>
              </a:buClr>
              <a:buSzPts val="3472"/>
              <a:buFont typeface="Arial"/>
              <a:buChar char="•"/>
            </a:pPr>
            <a:r>
              <a:rPr b="1" i="0" lang="en-US" sz="2800" u="none" cap="none" strike="noStrike">
                <a:solidFill>
                  <a:srgbClr val="4B4B4B"/>
                </a:solidFill>
                <a:latin typeface="Calibri"/>
                <a:ea typeface="Calibri"/>
                <a:cs typeface="Calibri"/>
                <a:sym typeface="Calibri"/>
              </a:rPr>
              <a:t>Food as Fuel: Calories Count</a:t>
            </a:r>
            <a:endParaRPr/>
          </a:p>
          <a:p>
            <a:pPr indent="-571500" lvl="0" marL="571500" marR="0" rtl="0" algn="l">
              <a:lnSpc>
                <a:spcPct val="100000"/>
              </a:lnSpc>
              <a:spcBef>
                <a:spcPts val="2800"/>
              </a:spcBef>
              <a:spcAft>
                <a:spcPts val="0"/>
              </a:spcAft>
              <a:buClr>
                <a:schemeClr val="lt1"/>
              </a:buClr>
              <a:buSzPts val="3472"/>
              <a:buFont typeface="Arial"/>
              <a:buChar char="•"/>
            </a:pPr>
            <a:r>
              <a:rPr b="1" i="0" lang="en-US" sz="2800" u="none" cap="none" strike="noStrike">
                <a:solidFill>
                  <a:srgbClr val="4B4B4B"/>
                </a:solidFill>
                <a:latin typeface="Calibri"/>
                <a:ea typeface="Calibri"/>
                <a:cs typeface="Calibri"/>
                <a:sym typeface="Calibri"/>
              </a:rPr>
              <a:t> Healthy weight/ Body Mass Index(BMI)</a:t>
            </a:r>
            <a:endParaRPr/>
          </a:p>
          <a:p>
            <a:pPr indent="-571500" lvl="0" marL="571500" marR="0" rtl="0" algn="l">
              <a:lnSpc>
                <a:spcPct val="100000"/>
              </a:lnSpc>
              <a:spcBef>
                <a:spcPts val="2800"/>
              </a:spcBef>
              <a:spcAft>
                <a:spcPts val="0"/>
              </a:spcAft>
              <a:buClr>
                <a:schemeClr val="lt1"/>
              </a:buClr>
              <a:buSzPts val="3472"/>
              <a:buFont typeface="Arial"/>
              <a:buChar char="•"/>
            </a:pPr>
            <a:r>
              <a:rPr b="1" i="0" lang="en-US" sz="2800" u="none" cap="none" strike="noStrike">
                <a:solidFill>
                  <a:srgbClr val="4B4B4B"/>
                </a:solidFill>
                <a:latin typeface="Calibri"/>
                <a:ea typeface="Calibri"/>
                <a:cs typeface="Calibri"/>
                <a:sym typeface="Calibri"/>
              </a:rPr>
              <a:t>Food label</a:t>
            </a:r>
            <a:endParaRPr/>
          </a:p>
          <a:p>
            <a:pPr indent="-571500" lvl="0" marL="571500" marR="0" rtl="0" algn="l">
              <a:lnSpc>
                <a:spcPct val="100000"/>
              </a:lnSpc>
              <a:spcBef>
                <a:spcPts val="2800"/>
              </a:spcBef>
              <a:spcAft>
                <a:spcPts val="0"/>
              </a:spcAft>
              <a:buClr>
                <a:schemeClr val="lt1"/>
              </a:buClr>
              <a:buSzPts val="3472"/>
              <a:buFont typeface="Arial"/>
              <a:buChar char="•"/>
            </a:pPr>
            <a:r>
              <a:rPr b="1" i="0" lang="en-US" sz="2800" u="none" cap="none" strike="noStrike">
                <a:solidFill>
                  <a:srgbClr val="4B4B4B"/>
                </a:solidFill>
                <a:latin typeface="Calibri"/>
                <a:ea typeface="Calibri"/>
                <a:cs typeface="Calibri"/>
                <a:sym typeface="Calibri"/>
              </a:rPr>
              <a:t>Malnutrition</a:t>
            </a:r>
            <a:endParaRPr/>
          </a:p>
          <a:p>
            <a:pPr indent="-571500" lvl="0" marL="571500" marR="0" rtl="0" algn="l">
              <a:lnSpc>
                <a:spcPct val="100000"/>
              </a:lnSpc>
              <a:spcBef>
                <a:spcPts val="2800"/>
              </a:spcBef>
              <a:spcAft>
                <a:spcPts val="0"/>
              </a:spcAft>
              <a:buClr>
                <a:schemeClr val="lt1"/>
              </a:buClr>
              <a:buSzPts val="3472"/>
              <a:buFont typeface="Arial"/>
              <a:buChar char="•"/>
            </a:pPr>
            <a:r>
              <a:rPr b="1" i="0" lang="en-US" sz="2800" u="none" cap="none" strike="noStrike">
                <a:solidFill>
                  <a:srgbClr val="4B4B4B"/>
                </a:solidFill>
                <a:latin typeface="Calibri"/>
                <a:ea typeface="Calibri"/>
                <a:cs typeface="Calibri"/>
                <a:sym typeface="Calibri"/>
              </a:rPr>
              <a:t>Plant nutrition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800" u="none">
              <a:solidFill>
                <a:srgbClr val="4B4B4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7"/>
          <p:cNvSpPr txBox="1"/>
          <p:nvPr>
            <p:ph type="title"/>
          </p:nvPr>
        </p:nvSpPr>
        <p:spPr>
          <a:xfrm>
            <a:off x="1974850" y="519112"/>
            <a:ext cx="8947150" cy="1893887"/>
          </a:xfrm>
          <a:prstGeom prst="rect">
            <a:avLst/>
          </a:prstGeom>
          <a:noFill/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Gill Sans"/>
              <a:buNone/>
            </a:pPr>
            <a:r>
              <a:rPr b="1" i="0" lang="en-US" sz="5600" u="non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Classes of Nutrients</a:t>
            </a:r>
            <a:endParaRPr/>
          </a:p>
        </p:txBody>
      </p:sp>
      <p:sp>
        <p:nvSpPr>
          <p:cNvPr id="143" name="Google Shape;143;p27"/>
          <p:cNvSpPr txBox="1"/>
          <p:nvPr>
            <p:ph idx="1" type="body"/>
          </p:nvPr>
        </p:nvSpPr>
        <p:spPr>
          <a:xfrm>
            <a:off x="1000125" y="2022475"/>
            <a:ext cx="10418762" cy="5694362"/>
          </a:xfrm>
          <a:prstGeom prst="rect">
            <a:avLst/>
          </a:prstGeom>
          <a:noFill/>
          <a:ln>
            <a:noFill/>
          </a:ln>
        </p:spPr>
        <p:txBody>
          <a:bodyPr anchorCtr="0" anchor="t" bIns="38100" lIns="38100" spcFirstLastPara="1" rIns="38100" wrap="square" tIns="38100">
            <a:noAutofit/>
          </a:bodyPr>
          <a:lstStyle/>
          <a:p>
            <a:pPr indent="-196850" lvl="0" marL="1968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8637"/>
              </a:buClr>
              <a:buSzPts val="2720"/>
              <a:buFont typeface="Noto Sans Symbols"/>
              <a:buChar char="⚫"/>
            </a:pPr>
            <a:r>
              <a:rPr b="0" i="0" lang="en-US" sz="32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There are six classes of nutrients: </a:t>
            </a:r>
            <a:endParaRPr b="0" i="0" sz="32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274637" lvl="1" marL="471487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(1) </a:t>
            </a:r>
            <a:r>
              <a:rPr b="0" i="1" lang="en-US" sz="2800" u="none" cap="none" strike="noStrik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carbohydrates</a:t>
            </a:r>
            <a:r>
              <a:rPr b="0" i="0" lang="en-US" sz="28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,</a:t>
            </a:r>
            <a:endParaRPr b="0" i="0" sz="32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274637" lvl="1" marL="471487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 (2) </a:t>
            </a:r>
            <a:r>
              <a:rPr b="0" i="1" lang="en-US" sz="2800" u="none" cap="none" strike="noStrik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fats</a:t>
            </a:r>
            <a:r>
              <a:rPr b="0" i="0" lang="en-US" sz="28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 (</a:t>
            </a:r>
            <a:r>
              <a:rPr b="0" i="1" lang="en-US" sz="2800" u="none" cap="none" strike="noStrik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lipids</a:t>
            </a:r>
            <a:r>
              <a:rPr b="0" i="0" lang="en-US" sz="28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),(20%)</a:t>
            </a:r>
            <a:endParaRPr b="0" i="0" sz="32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274637" lvl="1" marL="471487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 (3) </a:t>
            </a:r>
            <a:r>
              <a:rPr b="0" i="1" lang="en-US" sz="2800" u="none" cap="none" strike="noStrik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proteins</a:t>
            </a:r>
            <a:r>
              <a:rPr b="0" i="0" lang="en-US" sz="28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, </a:t>
            </a:r>
            <a:endParaRPr b="0" i="0" sz="32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274637" lvl="1" marL="471487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(4) </a:t>
            </a:r>
            <a:r>
              <a:rPr b="0" i="1" lang="en-US" sz="2800" u="none" cap="none" strike="noStrik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vitamins</a:t>
            </a:r>
            <a:r>
              <a:rPr b="0" i="0" lang="en-US" sz="28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,</a:t>
            </a:r>
            <a:endParaRPr b="0" i="0" sz="32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274637" lvl="1" marL="471487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 (5) </a:t>
            </a:r>
            <a:r>
              <a:rPr b="0" i="1" lang="en-US" sz="2800" u="none" cap="none" strike="noStrik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minerals</a:t>
            </a:r>
            <a:r>
              <a:rPr b="0" i="0" lang="en-US" sz="28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, and </a:t>
            </a:r>
            <a:endParaRPr b="0" i="0" sz="32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274637" lvl="1" marL="471487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(6) </a:t>
            </a:r>
            <a:r>
              <a:rPr b="0" i="1" lang="en-US" sz="2800" u="none" cap="none" strike="noStrik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water</a:t>
            </a:r>
            <a:r>
              <a:rPr b="0" i="0" lang="en-US" sz="28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. (60%)</a:t>
            </a:r>
            <a:endParaRPr/>
          </a:p>
        </p:txBody>
      </p:sp>
      <p:pic>
        <p:nvPicPr>
          <p:cNvPr id="144" name="Google Shape;144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31000" y="3352800"/>
            <a:ext cx="5308600" cy="530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8"/>
          <p:cNvSpPr txBox="1"/>
          <p:nvPr>
            <p:ph type="title"/>
          </p:nvPr>
        </p:nvSpPr>
        <p:spPr>
          <a:xfrm>
            <a:off x="406400" y="609600"/>
            <a:ext cx="11425237" cy="1528762"/>
          </a:xfrm>
          <a:prstGeom prst="rect">
            <a:avLst/>
          </a:prstGeom>
          <a:noFill/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Geo"/>
              <a:buNone/>
            </a:pPr>
            <a:r>
              <a:rPr b="1" i="0" lang="en-US" sz="4000" u="none">
                <a:solidFill>
                  <a:srgbClr val="000000"/>
                </a:solidFill>
                <a:latin typeface="Geo"/>
                <a:ea typeface="Geo"/>
                <a:cs typeface="Geo"/>
                <a:sym typeface="Geo"/>
              </a:rPr>
              <a:t>Energy Nutrients: Carbohydrates, Lipids and Proteins</a:t>
            </a:r>
            <a:endParaRPr/>
          </a:p>
        </p:txBody>
      </p:sp>
      <p:sp>
        <p:nvSpPr>
          <p:cNvPr id="150" name="Google Shape;150;p28"/>
          <p:cNvSpPr txBox="1"/>
          <p:nvPr/>
        </p:nvSpPr>
        <p:spPr>
          <a:xfrm>
            <a:off x="1473200" y="3048000"/>
            <a:ext cx="10363200" cy="579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-2286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•"/>
            </a:pPr>
            <a:r>
              <a:rPr b="0" i="0" lang="en-US" sz="3600" u="non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 Used by body as source of energy.</a:t>
            </a:r>
            <a:endParaRPr/>
          </a:p>
          <a:p>
            <a:pPr indent="-228600" lvl="0" marL="0" marR="0" rtl="0" algn="l">
              <a:lnSpc>
                <a:spcPct val="100000"/>
              </a:lnSpc>
              <a:spcBef>
                <a:spcPts val="360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•"/>
            </a:pPr>
            <a:r>
              <a:rPr b="0" i="0" lang="en-US" sz="3600" u="non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All these three nutrients are Carbon containing compounds.</a:t>
            </a:r>
            <a:endParaRPr/>
          </a:p>
          <a:p>
            <a:pPr indent="-228600" lvl="0" marL="0" marR="0" rtl="0" algn="l">
              <a:lnSpc>
                <a:spcPct val="100000"/>
              </a:lnSpc>
              <a:spcBef>
                <a:spcPts val="360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•"/>
            </a:pPr>
            <a:r>
              <a:rPr b="0" i="0" lang="en-US" sz="3600" u="non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Proteins are not preferred energy source. They are building blocks to make our body.</a:t>
            </a:r>
            <a:endParaRPr/>
          </a:p>
          <a:p>
            <a:pPr indent="-228600" lvl="0" marL="0" marR="0" rtl="0" algn="l">
              <a:lnSpc>
                <a:spcPct val="100000"/>
              </a:lnSpc>
              <a:spcBef>
                <a:spcPts val="360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•"/>
            </a:pPr>
            <a:r>
              <a:rPr b="0" i="0" lang="en-US" sz="3600" u="non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Body does not get energy from vitamins, minerals, water.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9"/>
          <p:cNvSpPr txBox="1"/>
          <p:nvPr>
            <p:ph type="title"/>
          </p:nvPr>
        </p:nvSpPr>
        <p:spPr>
          <a:xfrm>
            <a:off x="650875" y="390525"/>
            <a:ext cx="11703050" cy="162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5000" lIns="130025" spcFirstLastPara="1" rIns="130025" wrap="square" tIns="650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300"/>
              <a:buFont typeface="Calibri"/>
              <a:buNone/>
            </a:pPr>
            <a:r>
              <a:rPr b="0" i="0" lang="en-US" sz="63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Carbohydrates</a:t>
            </a:r>
            <a:endParaRPr/>
          </a:p>
        </p:txBody>
      </p:sp>
      <p:sp>
        <p:nvSpPr>
          <p:cNvPr id="156" name="Google Shape;156;p29"/>
          <p:cNvSpPr txBox="1"/>
          <p:nvPr>
            <p:ph idx="1" type="body"/>
          </p:nvPr>
        </p:nvSpPr>
        <p:spPr>
          <a:xfrm>
            <a:off x="650875" y="1981200"/>
            <a:ext cx="11703050" cy="6437312"/>
          </a:xfrm>
          <a:prstGeom prst="rect">
            <a:avLst/>
          </a:prstGeom>
          <a:noFill/>
          <a:ln>
            <a:noFill/>
          </a:ln>
        </p:spPr>
        <p:txBody>
          <a:bodyPr anchorCtr="0" anchor="t" bIns="65000" lIns="130025" spcFirstLastPara="1" rIns="130025" wrap="square" tIns="65000">
            <a:noAutofit/>
          </a:bodyPr>
          <a:lstStyle/>
          <a:p>
            <a:pPr indent="-487362" lvl="0" marL="48736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Fresh fruits, whole grains, and vegetables—especially legumes such as peas and beans—provide abundant complex carbohydrates . </a:t>
            </a:r>
            <a:endParaRPr/>
          </a:p>
          <a:p>
            <a:pPr indent="-487362" lvl="0" marL="487362" marR="0" rtl="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body breaks the starch in these foods into glucose, your primary source of energy. These foods also provide essential vitamins and fiber. </a:t>
            </a:r>
            <a:endParaRPr/>
          </a:p>
          <a:p>
            <a:pPr indent="-487362" lvl="0" marL="487362" marR="0" rtl="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Eating foods high in </a:t>
            </a:r>
            <a:r>
              <a:rPr b="1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soluble</a:t>
            </a: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fiber helps lower one's cholesterol level and may reduce the risk of heart disease. </a:t>
            </a:r>
            <a:endParaRPr/>
          </a:p>
          <a:p>
            <a:pPr indent="-487362" lvl="0" marL="487362" marR="0" rtl="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diet high in </a:t>
            </a:r>
            <a:r>
              <a:rPr b="1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insoluble</a:t>
            </a: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fiber helps prevent constipation.</a:t>
            </a:r>
            <a:endParaRPr/>
          </a:p>
          <a:p>
            <a:pPr indent="-487362" lvl="0" marL="487362" marR="0" rtl="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Foods rich in </a:t>
            </a:r>
            <a:r>
              <a:rPr b="1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processed carbohydrates </a:t>
            </a: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such as white flour, refined sugar, and corn syrup are sometimes said to be "empty calories” This is a way of saying that these foods provide little in the way of vitamins or fiber.</a:t>
            </a:r>
            <a:endParaRPr/>
          </a:p>
          <a:p>
            <a:pPr indent="-284163" lvl="0" marL="487363" marR="0" rtl="0" algn="l">
              <a:spcBef>
                <a:spcPts val="18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b="0" i="0" sz="32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30"/>
          <p:cNvSpPr txBox="1"/>
          <p:nvPr>
            <p:ph type="title"/>
          </p:nvPr>
        </p:nvSpPr>
        <p:spPr>
          <a:xfrm>
            <a:off x="650875" y="390525"/>
            <a:ext cx="11703050" cy="162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5000" lIns="130025" spcFirstLastPara="1" rIns="130025" wrap="square" tIns="650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300"/>
              <a:buFont typeface="Calibri"/>
              <a:buNone/>
            </a:pPr>
            <a:r>
              <a:rPr b="0" i="0" lang="en-US" sz="63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Lipids</a:t>
            </a:r>
            <a:endParaRPr/>
          </a:p>
        </p:txBody>
      </p:sp>
      <p:sp>
        <p:nvSpPr>
          <p:cNvPr id="162" name="Google Shape;162;p30"/>
          <p:cNvSpPr txBox="1"/>
          <p:nvPr>
            <p:ph idx="1" type="body"/>
          </p:nvPr>
        </p:nvSpPr>
        <p:spPr>
          <a:xfrm>
            <a:off x="650875" y="2276475"/>
            <a:ext cx="11703050" cy="6435725"/>
          </a:xfrm>
          <a:prstGeom prst="rect">
            <a:avLst/>
          </a:prstGeom>
          <a:noFill/>
          <a:ln>
            <a:noFill/>
          </a:ln>
        </p:spPr>
        <p:txBody>
          <a:bodyPr anchorCtr="0" anchor="t" bIns="65000" lIns="130025" spcFirstLastPara="1" rIns="130025" wrap="square" tIns="65000">
            <a:normAutofit/>
          </a:bodyPr>
          <a:lstStyle/>
          <a:p>
            <a:pPr indent="-487362" lvl="0" marL="48736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Char char="•"/>
            </a:pPr>
            <a:r>
              <a:rPr b="0" i="0" lang="en-US" sz="33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Body uses lipids to build cell membranes, as energy stores, and as a reservoir for fat-soluble vitamins.</a:t>
            </a:r>
            <a:endParaRPr/>
          </a:p>
          <a:p>
            <a:pPr indent="-487362" lvl="0" marL="487362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Char char="•"/>
            </a:pPr>
            <a:r>
              <a:rPr b="0" i="0" lang="en-US" sz="33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Linoleic acid and alpha-linolenic acid are essential fatty acids, meaning the human body needs them but cannot make them.</a:t>
            </a:r>
            <a:endParaRPr/>
          </a:p>
          <a:p>
            <a:pPr indent="-487362" lvl="0" marL="487362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Char char="•"/>
            </a:pPr>
            <a:r>
              <a:rPr b="0" i="0" lang="en-US" sz="33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Mainly 2 types: </a:t>
            </a:r>
            <a:r>
              <a:rPr b="1" i="0" lang="en-US" sz="33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saturated</a:t>
            </a:r>
            <a:r>
              <a:rPr b="0" i="0" lang="en-US" sz="33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and </a:t>
            </a:r>
            <a:r>
              <a:rPr b="1" i="0" lang="en-US" sz="33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unsaturated</a:t>
            </a:r>
            <a:r>
              <a:rPr b="0" i="0" lang="en-US" sz="33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fatty acids.</a:t>
            </a:r>
            <a:endParaRPr/>
          </a:p>
          <a:p>
            <a:pPr indent="-487362" lvl="0" marL="487362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Char char="•"/>
            </a:pPr>
            <a:r>
              <a:rPr b="0" i="0" lang="en-US" sz="33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Dairy products and meats are rich in saturated fats and cholesterol. Overindulging in these foods increases one's risk for heart disease, stroke, and some cancers.</a:t>
            </a:r>
            <a:endParaRPr/>
          </a:p>
          <a:p>
            <a:pPr indent="-487362" lvl="0" marL="487362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Char char="•"/>
            </a:pPr>
            <a:r>
              <a:rPr b="1" i="0" lang="en-US" sz="33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Trans fatty </a:t>
            </a:r>
            <a:r>
              <a:rPr b="0" i="0" lang="en-US" sz="33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acids, or trans fats, are manufactured from vegetable oils.</a:t>
            </a:r>
            <a:endParaRPr/>
          </a:p>
          <a:p>
            <a:pPr indent="-404812" lvl="1" marL="1055687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–"/>
            </a:pPr>
            <a:r>
              <a:rPr b="0" i="0" lang="en-US" sz="3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Worse for the heart than saturated fats. </a:t>
            </a:r>
            <a:endParaRPr/>
          </a:p>
          <a:p>
            <a:pPr indent="-296863" lvl="0" marL="487363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r>
              <a:t/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31"/>
          <p:cNvSpPr txBox="1"/>
          <p:nvPr>
            <p:ph type="title"/>
          </p:nvPr>
        </p:nvSpPr>
        <p:spPr>
          <a:xfrm>
            <a:off x="650875" y="390525"/>
            <a:ext cx="11703050" cy="162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5000" lIns="130025" spcFirstLastPara="1" rIns="130025" wrap="square" tIns="650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300"/>
              <a:buFont typeface="Calibri"/>
              <a:buNone/>
            </a:pPr>
            <a:r>
              <a:rPr b="0" i="0" lang="en-US" sz="63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Proteins</a:t>
            </a:r>
            <a:endParaRPr/>
          </a:p>
        </p:txBody>
      </p:sp>
      <p:sp>
        <p:nvSpPr>
          <p:cNvPr id="168" name="Google Shape;168;p31"/>
          <p:cNvSpPr txBox="1"/>
          <p:nvPr>
            <p:ph idx="1" type="body"/>
          </p:nvPr>
        </p:nvSpPr>
        <p:spPr>
          <a:xfrm>
            <a:off x="650875" y="2276475"/>
            <a:ext cx="11703050" cy="6435725"/>
          </a:xfrm>
          <a:prstGeom prst="rect">
            <a:avLst/>
          </a:prstGeom>
          <a:noFill/>
          <a:ln>
            <a:noFill/>
          </a:ln>
        </p:spPr>
        <p:txBody>
          <a:bodyPr anchorCtr="0" anchor="t" bIns="65000" lIns="130025" spcFirstLastPara="1" rIns="130025" wrap="square" tIns="65000">
            <a:normAutofit/>
          </a:bodyPr>
          <a:lstStyle/>
          <a:p>
            <a:pPr indent="-487362" lvl="0" marL="487362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600"/>
              <a:buFont typeface="Arial"/>
              <a:buChar char="•"/>
            </a:pPr>
            <a:r>
              <a:rPr b="0" i="0" lang="en-US" sz="46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Amino acids are building blocks of proteins.</a:t>
            </a:r>
            <a:endParaRPr/>
          </a:p>
          <a:p>
            <a:pPr indent="-487362" lvl="0" marL="487362" marR="0" rtl="0" algn="l">
              <a:lnSpc>
                <a:spcPct val="90000"/>
              </a:lnSpc>
              <a:spcBef>
                <a:spcPts val="920"/>
              </a:spcBef>
              <a:spcAft>
                <a:spcPts val="0"/>
              </a:spcAft>
              <a:buClr>
                <a:schemeClr val="dk1"/>
              </a:buClr>
              <a:buSzPts val="4600"/>
              <a:buFont typeface="Arial"/>
              <a:buChar char="•"/>
            </a:pPr>
            <a:r>
              <a:rPr b="0" i="0" lang="en-US" sz="46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Your cells can make some amino acids but you must get essential amino acids from food.</a:t>
            </a:r>
            <a:endParaRPr/>
          </a:p>
          <a:p>
            <a:pPr indent="-487362" lvl="0" marL="487362" marR="0" rtl="0" algn="l">
              <a:lnSpc>
                <a:spcPct val="90000"/>
              </a:lnSpc>
              <a:spcBef>
                <a:spcPts val="920"/>
              </a:spcBef>
              <a:spcAft>
                <a:spcPts val="0"/>
              </a:spcAft>
              <a:buClr>
                <a:schemeClr val="dk1"/>
              </a:buClr>
              <a:buSzPts val="4600"/>
              <a:buFont typeface="Arial"/>
              <a:buChar char="•"/>
            </a:pPr>
            <a:r>
              <a:rPr b="0" i="0" lang="en-US" sz="46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Most proteins in meat are "complete," meaning their amino acid ratios match a human's nutritional needs. </a:t>
            </a:r>
            <a:endParaRPr/>
          </a:p>
          <a:p>
            <a:pPr indent="-487362" lvl="0" marL="487362" marR="0" rtl="0" algn="l">
              <a:lnSpc>
                <a:spcPct val="90000"/>
              </a:lnSpc>
              <a:spcBef>
                <a:spcPts val="920"/>
              </a:spcBef>
              <a:spcAft>
                <a:spcPts val="0"/>
              </a:spcAft>
              <a:buClr>
                <a:schemeClr val="dk1"/>
              </a:buClr>
              <a:buSzPts val="4600"/>
              <a:buFont typeface="Arial"/>
              <a:buChar char="•"/>
            </a:pPr>
            <a:r>
              <a:rPr b="0" i="0" lang="en-US" sz="46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By contrast, most plant proteins are "incomplete," meaning they lack one or more amino acids essential for the human diet. </a:t>
            </a:r>
            <a:endParaRPr/>
          </a:p>
          <a:p>
            <a:pPr indent="-195263" lvl="0" marL="487363" marR="0" rtl="0" algn="l">
              <a:spcBef>
                <a:spcPts val="920"/>
              </a:spcBef>
              <a:spcAft>
                <a:spcPts val="0"/>
              </a:spcAft>
              <a:buClr>
                <a:schemeClr val="dk1"/>
              </a:buClr>
              <a:buSzPts val="4600"/>
              <a:buFont typeface="Arial"/>
              <a:buNone/>
            </a:pPr>
            <a:r>
              <a:t/>
            </a:r>
            <a:endParaRPr b="0" i="0" sz="46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32"/>
          <p:cNvSpPr txBox="1"/>
          <p:nvPr>
            <p:ph type="title"/>
          </p:nvPr>
        </p:nvSpPr>
        <p:spPr>
          <a:xfrm>
            <a:off x="2819400" y="342900"/>
            <a:ext cx="7366000" cy="171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Gill Sans"/>
              <a:buNone/>
            </a:pPr>
            <a:r>
              <a:rPr b="1" i="0" lang="en-US" sz="5600" u="non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Vitamins</a:t>
            </a:r>
            <a:endParaRPr/>
          </a:p>
        </p:txBody>
      </p:sp>
      <p:sp>
        <p:nvSpPr>
          <p:cNvPr id="174" name="Google Shape;174;p32"/>
          <p:cNvSpPr txBox="1"/>
          <p:nvPr>
            <p:ph idx="1" type="body"/>
          </p:nvPr>
        </p:nvSpPr>
        <p:spPr>
          <a:xfrm>
            <a:off x="1244600" y="1600200"/>
            <a:ext cx="10488612" cy="7402512"/>
          </a:xfrm>
          <a:prstGeom prst="rect">
            <a:avLst/>
          </a:prstGeom>
          <a:noFill/>
          <a:ln>
            <a:noFill/>
          </a:ln>
        </p:spPr>
        <p:txBody>
          <a:bodyPr anchorCtr="0" anchor="t" bIns="38100" lIns="38100" spcFirstLastPara="1" rIns="38100" wrap="square" tIns="38100">
            <a:normAutofit/>
          </a:bodyPr>
          <a:lstStyle/>
          <a:p>
            <a:pPr indent="-232093" lvl="0" marL="19685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E8637"/>
              </a:buClr>
              <a:buSzPts val="3655"/>
              <a:buFont typeface="Noto Sans Symbols"/>
              <a:buChar char="⚫"/>
            </a:pPr>
            <a:r>
              <a:rPr b="0" i="0" lang="en-US" sz="430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Vitamins are organic molecules required by the body in small amounts for metabolism, to protect health, and for proper growth. </a:t>
            </a:r>
            <a:endParaRPr b="0" i="0" sz="430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32093" lvl="0" marL="196850" marR="0" rtl="0" algn="l">
              <a:lnSpc>
                <a:spcPct val="90000"/>
              </a:lnSpc>
              <a:spcBef>
                <a:spcPts val="3600"/>
              </a:spcBef>
              <a:spcAft>
                <a:spcPts val="0"/>
              </a:spcAft>
              <a:buClr>
                <a:srgbClr val="FE8637"/>
              </a:buClr>
              <a:buSzPts val="3655"/>
              <a:buFont typeface="Noto Sans Symbols"/>
              <a:buChar char="⚫"/>
            </a:pPr>
            <a:r>
              <a:rPr b="0" i="0" lang="en-US" sz="430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Many functions in body though required in small amount.</a:t>
            </a:r>
            <a:endParaRPr b="0" i="0" sz="430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32093" lvl="0" marL="196850" marR="0" rtl="0" algn="l">
              <a:lnSpc>
                <a:spcPct val="90000"/>
              </a:lnSpc>
              <a:spcBef>
                <a:spcPts val="3600"/>
              </a:spcBef>
              <a:spcAft>
                <a:spcPts val="0"/>
              </a:spcAft>
              <a:buClr>
                <a:srgbClr val="FE8637"/>
              </a:buClr>
              <a:buSzPts val="3655"/>
              <a:buFont typeface="Noto Sans Symbols"/>
              <a:buChar char="⚫"/>
            </a:pPr>
            <a:r>
              <a:rPr b="0" i="0" lang="en-US" sz="430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Required in small amount. But there are 13 essential vitamins for human. Major ( A, B, C, D, E and K)</a:t>
            </a:r>
            <a:endParaRPr b="0" i="0" sz="430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32093" lvl="0" marL="196850" marR="0" rtl="0" algn="l">
              <a:lnSpc>
                <a:spcPct val="90000"/>
              </a:lnSpc>
              <a:spcBef>
                <a:spcPts val="3600"/>
              </a:spcBef>
              <a:spcAft>
                <a:spcPts val="0"/>
              </a:spcAft>
              <a:buClr>
                <a:srgbClr val="FE8637"/>
              </a:buClr>
              <a:buSzPts val="3655"/>
              <a:buFont typeface="Noto Sans Symbols"/>
              <a:buChar char="⚫"/>
            </a:pPr>
            <a:r>
              <a:rPr b="0" i="0" lang="en-US" sz="430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They are differentiated according to their absorbency in </a:t>
            </a:r>
            <a:r>
              <a:rPr b="0" i="0" lang="en-US" sz="4300" u="sng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fat/water. 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33"/>
          <p:cNvSpPr txBox="1"/>
          <p:nvPr/>
        </p:nvSpPr>
        <p:spPr>
          <a:xfrm>
            <a:off x="2616200" y="330200"/>
            <a:ext cx="7366000" cy="171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Gill Sans"/>
              <a:buNone/>
            </a:pPr>
            <a:r>
              <a:rPr b="1" i="0" lang="en-US" sz="5600" u="non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Vitamins</a:t>
            </a:r>
            <a:endParaRPr/>
          </a:p>
        </p:txBody>
      </p:sp>
      <p:sp>
        <p:nvSpPr>
          <p:cNvPr id="180" name="Google Shape;180;p33"/>
          <p:cNvSpPr txBox="1"/>
          <p:nvPr>
            <p:ph idx="1" type="body"/>
          </p:nvPr>
        </p:nvSpPr>
        <p:spPr>
          <a:xfrm>
            <a:off x="1397000" y="2209800"/>
            <a:ext cx="10206037" cy="67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38100" lIns="38100" spcFirstLastPara="1" rIns="38100" wrap="square" tIns="38100">
            <a:normAutofit/>
          </a:bodyPr>
          <a:lstStyle/>
          <a:p>
            <a:pPr indent="-248285" lvl="0" marL="1968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8637"/>
              </a:buClr>
              <a:buSzPts val="3910"/>
              <a:buFont typeface="Noto Sans Symbols"/>
              <a:buChar char="⚫"/>
            </a:pPr>
            <a:r>
              <a:rPr b="0" i="0" lang="en-US" sz="460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b="1" i="0" lang="en-US" sz="460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. Fat soluble Vitamins: A, D, E and K</a:t>
            </a:r>
            <a:endParaRPr b="1" i="0" sz="460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74637" lvl="1" marL="471487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7598D9"/>
              </a:buClr>
              <a:buSzPts val="2720"/>
              <a:buFont typeface="Noto Sans Symbols"/>
              <a:buChar char="⚪"/>
            </a:pPr>
            <a:r>
              <a:rPr b="0" i="0" lang="en-US" sz="4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Taken with fat containing foods.</a:t>
            </a:r>
            <a:endParaRPr b="0" i="0" sz="4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74637" lvl="1" marL="471487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7598D9"/>
              </a:buClr>
              <a:buSzPts val="2720"/>
              <a:buFont typeface="Noto Sans Symbols"/>
              <a:buChar char="⚪"/>
            </a:pPr>
            <a:r>
              <a:rPr b="0" i="0" lang="en-US" sz="4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They can remain stored in body fats.</a:t>
            </a:r>
            <a:endParaRPr b="0" i="0" sz="4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74637" lvl="1" marL="471487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7598D9"/>
              </a:buClr>
              <a:buSzPts val="2720"/>
              <a:buFont typeface="Noto Sans Symbols"/>
              <a:buChar char="⚪"/>
            </a:pPr>
            <a:r>
              <a:rPr b="0" i="0" lang="en-US" sz="4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Not necessary to consume everyday.</a:t>
            </a:r>
            <a:endParaRPr b="0" i="0" sz="4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0637" lvl="1" marL="471487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t/>
            </a:r>
            <a:endParaRPr b="0" i="0" sz="4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48285" lvl="0" marL="19685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FE8637"/>
              </a:buClr>
              <a:buSzPts val="3910"/>
              <a:buFont typeface="Noto Sans Symbols"/>
              <a:buChar char="⚫"/>
            </a:pPr>
            <a:r>
              <a:rPr b="0" i="0" lang="en-US" sz="460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2. </a:t>
            </a:r>
            <a:r>
              <a:rPr b="1" i="0" lang="en-US" sz="460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Water soluble Vitamins: B and C.</a:t>
            </a:r>
            <a:endParaRPr b="1" i="0" sz="460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74637" lvl="1" marL="471487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7598D9"/>
              </a:buClr>
              <a:buSzPts val="2720"/>
              <a:buFont typeface="Noto Sans Symbols"/>
              <a:buChar char="⚪"/>
            </a:pPr>
            <a:r>
              <a:rPr b="0" i="0" lang="en-US" sz="4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Cannot be stored.</a:t>
            </a:r>
            <a:endParaRPr b="0" i="0" sz="4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74637" lvl="1" marL="471487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7598D9"/>
              </a:buClr>
              <a:buSzPts val="2720"/>
              <a:buFont typeface="Noto Sans Symbols"/>
              <a:buChar char="⚪"/>
            </a:pPr>
            <a:r>
              <a:rPr b="0" i="0" lang="en-US" sz="4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Need to take frequently/Everyday.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34"/>
          <p:cNvSpPr txBox="1"/>
          <p:nvPr>
            <p:ph type="title"/>
          </p:nvPr>
        </p:nvSpPr>
        <p:spPr>
          <a:xfrm>
            <a:off x="2055812" y="128587"/>
            <a:ext cx="9196387" cy="2141537"/>
          </a:xfrm>
          <a:prstGeom prst="rect">
            <a:avLst/>
          </a:prstGeom>
          <a:noFill/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Gill Sans"/>
              <a:buNone/>
            </a:pPr>
            <a:r>
              <a:rPr b="1" i="0" lang="en-US" sz="5600" u="non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Minerals</a:t>
            </a:r>
            <a:endParaRPr/>
          </a:p>
        </p:txBody>
      </p:sp>
      <p:sp>
        <p:nvSpPr>
          <p:cNvPr id="186" name="Google Shape;186;p34"/>
          <p:cNvSpPr txBox="1"/>
          <p:nvPr>
            <p:ph idx="1" type="body"/>
          </p:nvPr>
        </p:nvSpPr>
        <p:spPr>
          <a:xfrm>
            <a:off x="330200" y="1590675"/>
            <a:ext cx="12674600" cy="7705725"/>
          </a:xfrm>
          <a:prstGeom prst="rect">
            <a:avLst/>
          </a:prstGeom>
          <a:noFill/>
          <a:ln>
            <a:noFill/>
          </a:ln>
        </p:spPr>
        <p:txBody>
          <a:bodyPr anchorCtr="0" anchor="t" bIns="38100" lIns="38100" spcFirstLastPara="1" rIns="38100" wrap="square" tIns="38100">
            <a:normAutofit/>
          </a:bodyPr>
          <a:lstStyle/>
          <a:p>
            <a:pPr indent="-248285" lvl="0" marL="23495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E8637"/>
              </a:buClr>
              <a:buSzPts val="3910"/>
              <a:buFont typeface="Noto Sans Symbols"/>
              <a:buChar char="⚫"/>
            </a:pPr>
            <a:r>
              <a:rPr b="0" i="0" lang="en-US" sz="460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Minerals are </a:t>
            </a:r>
            <a:r>
              <a:rPr b="1" i="0" lang="en-US" sz="460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inorganic substances </a:t>
            </a:r>
            <a:r>
              <a:rPr b="0" i="0" lang="en-US" sz="460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and are transported around the body as ions dissolved in the blood and other body fluids.</a:t>
            </a:r>
            <a:endParaRPr b="0" i="0" sz="460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48285" lvl="0" marL="234950" marR="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FE8637"/>
              </a:buClr>
              <a:buSzPts val="3910"/>
              <a:buFont typeface="Noto Sans Symbols"/>
              <a:buChar char="⚫"/>
            </a:pPr>
            <a:r>
              <a:rPr b="0" i="0" lang="en-US" sz="460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Different minerals perform different role in human body.</a:t>
            </a:r>
            <a:endParaRPr b="0" i="0" sz="460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48285" lvl="0" marL="234950" marR="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FE8637"/>
              </a:buClr>
              <a:buSzPts val="3910"/>
              <a:buFont typeface="Noto Sans Symbols"/>
              <a:buChar char="⚫"/>
            </a:pPr>
            <a:r>
              <a:rPr b="0" i="0" lang="en-US" sz="460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Example: </a:t>
            </a:r>
            <a:endParaRPr b="0" i="0" sz="460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44500" lvl="1" marL="1003300" marR="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6840"/>
              <a:buFont typeface="Verdana"/>
              <a:buChar char="•"/>
            </a:pPr>
            <a:r>
              <a:rPr b="0" i="0" lang="en-US" sz="4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Calcium: Make up different body structure, bones, teeth etc. and help in blood clot.</a:t>
            </a:r>
            <a:endParaRPr b="0" i="0" sz="4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44500" lvl="1" marL="1003300" marR="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6840"/>
              <a:buFont typeface="Verdana"/>
              <a:buChar char="•"/>
            </a:pPr>
            <a:r>
              <a:rPr b="0" i="0" lang="en-US" sz="4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Sodium: maintains fluid balance.</a:t>
            </a:r>
            <a:endParaRPr b="0" i="0" sz="4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44500" lvl="1" marL="1003300" marR="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6840"/>
              <a:buFont typeface="Verdana"/>
              <a:buChar char="•"/>
            </a:pPr>
            <a:r>
              <a:rPr b="0" i="0" lang="en-US" sz="4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Magnesium: Helps in energy release from energy nutrients.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35"/>
          <p:cNvSpPr txBox="1"/>
          <p:nvPr>
            <p:ph type="title"/>
          </p:nvPr>
        </p:nvSpPr>
        <p:spPr>
          <a:xfrm>
            <a:off x="2414587" y="-228600"/>
            <a:ext cx="8758237" cy="2036762"/>
          </a:xfrm>
          <a:prstGeom prst="rect">
            <a:avLst/>
          </a:prstGeom>
          <a:noFill/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Gill Sans"/>
              <a:buNone/>
            </a:pPr>
            <a:r>
              <a:rPr b="1" i="0" lang="en-US" sz="5600" u="non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Water</a:t>
            </a:r>
            <a:endParaRPr/>
          </a:p>
        </p:txBody>
      </p:sp>
      <p:sp>
        <p:nvSpPr>
          <p:cNvPr id="192" name="Google Shape;192;p35"/>
          <p:cNvSpPr txBox="1"/>
          <p:nvPr/>
        </p:nvSpPr>
        <p:spPr>
          <a:xfrm>
            <a:off x="254000" y="1752600"/>
            <a:ext cx="12598400" cy="731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-2540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650"/>
              </a:buClr>
              <a:buSzPts val="3200"/>
              <a:buFont typeface="Arial"/>
              <a:buNone/>
            </a:pPr>
            <a:r>
              <a:t/>
            </a:r>
            <a:endParaRPr b="0" i="0" sz="3200" u="non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457200" lvl="0" marL="457200" marR="0" rtl="0" algn="just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b="0" i="0" lang="en-US" sz="3200" u="non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Water provides the medium in which all the body’s reactions take place.</a:t>
            </a:r>
            <a:endParaRPr/>
          </a:p>
          <a:p>
            <a:pPr indent="-457200" lvl="0" marL="457200" marR="0" rtl="0" algn="just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b="0" i="0" lang="en-US" sz="3200" u="non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It aids in the digestion and absorption of food.</a:t>
            </a:r>
            <a:endParaRPr/>
          </a:p>
          <a:p>
            <a:pPr indent="-457200" lvl="0" marL="457200" marR="0" rtl="0" algn="just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b="0" i="0" lang="en-US" sz="3200" u="non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It is a medium of transport, through arteries and veins, within an organism.</a:t>
            </a:r>
            <a:endParaRPr/>
          </a:p>
          <a:p>
            <a:pPr indent="-457200" lvl="0" marL="457200" marR="0" rtl="0" algn="just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b="0" i="0" lang="en-US" sz="3200" u="non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It even lubricates your joints and cushions organs such as the brain and spinal cord.</a:t>
            </a:r>
            <a:endParaRPr/>
          </a:p>
          <a:p>
            <a:pPr indent="-457200" lvl="0" marL="457200" marR="0" rtl="0" algn="just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b="0" i="0" lang="en-US" sz="3200" u="non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It helps in the excretion of harmful by-products of metabolic processes.</a:t>
            </a:r>
            <a:endParaRPr/>
          </a:p>
          <a:p>
            <a:pPr indent="-457200" lvl="0" marL="457200" marR="0" rtl="0" algn="just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b="0" i="0" lang="en-US" sz="3200" u="non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It aids in the regulation of heat loss.</a:t>
            </a:r>
            <a:endParaRPr/>
          </a:p>
          <a:p>
            <a:pPr indent="-457200" lvl="0" marL="457200" marR="0" rtl="0" algn="just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b="0" i="0" lang="en-US" sz="3200" u="non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Key players when bonds are broken (by hydrolysis) or formed (by dehydration synthesis) in these molecules.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0" i="0" sz="3200" u="non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36"/>
          <p:cNvSpPr txBox="1"/>
          <p:nvPr>
            <p:ph type="ctrTitle"/>
          </p:nvPr>
        </p:nvSpPr>
        <p:spPr>
          <a:xfrm>
            <a:off x="974725" y="758825"/>
            <a:ext cx="11055350" cy="2090737"/>
          </a:xfrm>
          <a:prstGeom prst="rect">
            <a:avLst/>
          </a:prstGeom>
          <a:noFill/>
          <a:ln>
            <a:noFill/>
          </a:ln>
        </p:spPr>
        <p:txBody>
          <a:bodyPr anchorCtr="0" anchor="ctr" bIns="65000" lIns="130025" spcFirstLastPara="1" rIns="130025" wrap="square" tIns="650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300"/>
              <a:buFont typeface="Calibri"/>
              <a:buNone/>
            </a:pPr>
            <a:r>
              <a:rPr b="0" i="0" lang="en-US" sz="63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Body Mass Index</a:t>
            </a:r>
            <a:endParaRPr/>
          </a:p>
        </p:txBody>
      </p:sp>
      <p:sp>
        <p:nvSpPr>
          <p:cNvPr id="198" name="Google Shape;198;p36"/>
          <p:cNvSpPr txBox="1"/>
          <p:nvPr>
            <p:ph idx="1" type="subTitle"/>
          </p:nvPr>
        </p:nvSpPr>
        <p:spPr>
          <a:xfrm>
            <a:off x="1951037" y="5527675"/>
            <a:ext cx="9102725" cy="2492375"/>
          </a:xfrm>
          <a:prstGeom prst="rect">
            <a:avLst/>
          </a:prstGeom>
          <a:noFill/>
          <a:ln>
            <a:noFill/>
          </a:ln>
        </p:spPr>
        <p:txBody>
          <a:bodyPr anchorCtr="0" anchor="t" bIns="65000" lIns="130025" spcFirstLastPara="1" rIns="130025" wrap="square" tIns="65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4600"/>
              <a:buNone/>
            </a:pPr>
            <a:r>
              <a:t/>
            </a:r>
            <a:endParaRPr>
              <a:solidFill>
                <a:srgbClr val="888888"/>
              </a:solidFill>
            </a:endParaRPr>
          </a:p>
        </p:txBody>
      </p:sp>
      <p:pic>
        <p:nvPicPr>
          <p:cNvPr id="199" name="Google Shape;199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359150"/>
            <a:ext cx="13004800" cy="5635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37"/>
          <p:cNvSpPr txBox="1"/>
          <p:nvPr>
            <p:ph type="title"/>
          </p:nvPr>
        </p:nvSpPr>
        <p:spPr>
          <a:xfrm>
            <a:off x="2616200" y="0"/>
            <a:ext cx="8805862" cy="1741487"/>
          </a:xfrm>
          <a:prstGeom prst="rect">
            <a:avLst/>
          </a:prstGeom>
          <a:noFill/>
          <a:ln>
            <a:noFill/>
          </a:ln>
        </p:spPr>
        <p:txBody>
          <a:bodyPr anchorCtr="0" anchor="ctr" bIns="65000" lIns="130025" spcFirstLastPara="1" rIns="130025" wrap="square" tIns="650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Gill Sans"/>
              <a:buNone/>
            </a:pPr>
            <a:br>
              <a:rPr b="0" i="0" lang="en-US" sz="4800" u="non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</a:br>
            <a:r>
              <a:rPr b="1" i="0" lang="en-US" sz="4800" u="non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Food as Fuel: Calories Count</a:t>
            </a:r>
            <a:endParaRPr/>
          </a:p>
        </p:txBody>
      </p:sp>
      <p:sp>
        <p:nvSpPr>
          <p:cNvPr id="205" name="Google Shape;205;p37"/>
          <p:cNvSpPr txBox="1"/>
          <p:nvPr>
            <p:ph idx="1" type="body"/>
          </p:nvPr>
        </p:nvSpPr>
        <p:spPr>
          <a:xfrm>
            <a:off x="0" y="2057400"/>
            <a:ext cx="11887200" cy="72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65000" lIns="130025" spcFirstLastPara="1" rIns="130025" wrap="square" tIns="65000">
            <a:normAutofit/>
          </a:bodyPr>
          <a:lstStyle/>
          <a:p>
            <a:pPr indent="-94488" lvl="0" marL="912812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88"/>
              <a:buFont typeface="Noto Sans Symbols"/>
              <a:buChar char="⮚"/>
            </a:pPr>
            <a:r>
              <a:rPr b="0" i="0" lang="en-US" sz="2400" u="non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Food energy is usually measured in </a:t>
            </a:r>
            <a:r>
              <a:rPr b="1" i="0" lang="en-US" sz="2400" u="non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kilocalories (kcal), </a:t>
            </a:r>
            <a:r>
              <a:rPr b="0" i="0" lang="en-US" sz="2400" u="non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also called </a:t>
            </a:r>
            <a:r>
              <a:rPr b="1" i="0" lang="en-US" sz="2400" u="non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Calories (Cal). </a:t>
            </a:r>
            <a:endParaRPr b="1" i="0" sz="2400" u="non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94488" lvl="0" marL="912812" rtl="0" algn="just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rgbClr val="000000"/>
              </a:buClr>
              <a:buSzPts val="1488"/>
              <a:buFont typeface="Noto Sans Symbols"/>
              <a:buChar char="⮚"/>
            </a:pPr>
            <a:r>
              <a:rPr b="0" i="0" lang="en-US" sz="2400" u="non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A large apple contains about 70 Cal worth of energy-producing compounds; and jogging 1.6 km (1 mile) burns about 100 Cal of stored energy. </a:t>
            </a:r>
            <a:endParaRPr b="0" i="0" sz="2400" u="non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94488" lvl="0" marL="912812" rtl="0" algn="just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rgbClr val="000000"/>
              </a:buClr>
              <a:buSzPts val="1488"/>
              <a:buFont typeface="Noto Sans Symbols"/>
              <a:buChar char="⮚"/>
            </a:pPr>
            <a:r>
              <a:rPr b="0" i="0" lang="en-US" sz="2400" u="non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The food energy in a slice of bread could bring a liter of water to a boil, and a pound of body fat has enough energy to bring 52 liters (13 gal) to a boil!</a:t>
            </a:r>
            <a:endParaRPr b="0" i="0" sz="2400" u="non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94488" lvl="0" marL="912812" rtl="0" algn="just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rgbClr val="000000"/>
              </a:buClr>
              <a:buSzPts val="1488"/>
              <a:buFont typeface="Noto Sans Symbols"/>
              <a:buChar char="⮚"/>
            </a:pPr>
            <a:r>
              <a:rPr b="0" i="0" lang="en-US" sz="2400" u="non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Each person has a </a:t>
            </a:r>
            <a:r>
              <a:rPr b="0" i="0" lang="en-US" sz="2400" u="sng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minimum daily energy requirement </a:t>
            </a:r>
            <a:r>
              <a:rPr b="0" i="0" lang="en-US" sz="2400" u="non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that varies with </a:t>
            </a:r>
            <a:r>
              <a:rPr b="1" i="1" lang="en-US" sz="2400" u="non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age, sex, body size, activity level, and other factors. </a:t>
            </a:r>
            <a:endParaRPr/>
          </a:p>
          <a:p>
            <a:pPr indent="-94488" lvl="1" marL="1306512" rtl="0" algn="just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rgbClr val="000000"/>
              </a:buClr>
              <a:buSzPts val="1488"/>
              <a:buFont typeface="Noto Sans Symbols"/>
              <a:buChar char="⮚"/>
            </a:pPr>
            <a:r>
              <a:rPr b="0" i="0" lang="en-US" sz="2400" u="non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In general, a normally active female college student needs around 1,800-2,000 Cal a day to fuel her total metabolic needs; </a:t>
            </a:r>
            <a:endParaRPr/>
          </a:p>
          <a:p>
            <a:pPr indent="-94488" lvl="1" marL="1306512" rtl="0" algn="just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rgbClr val="000000"/>
              </a:buClr>
              <a:buSzPts val="1488"/>
              <a:buFont typeface="Noto Sans Symbols"/>
              <a:buChar char="⮚"/>
            </a:pPr>
            <a:r>
              <a:rPr b="0" i="0" lang="en-US" sz="2400" u="non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a male college student needs about 2,200-2,500 Cal.</a:t>
            </a:r>
            <a:endParaRPr/>
          </a:p>
          <a:p>
            <a:pPr indent="-94488" lvl="0" marL="912812" rtl="0" algn="just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rgbClr val="000000"/>
              </a:buClr>
              <a:buSzPts val="1488"/>
              <a:buFont typeface="Noto Sans Symbols"/>
              <a:buChar char="⮚"/>
            </a:pPr>
            <a:r>
              <a:rPr b="0" i="0" lang="en-US" sz="2400" u="non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 Carbohydrate and protein each provide about 4 Cal/g, while fat provides more than twice as much, or 9 Cal/g.</a:t>
            </a:r>
            <a:endParaRPr b="0" i="0" sz="2400" u="non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94488" lvl="0" marL="912812" rtl="0" algn="just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rgbClr val="000000"/>
              </a:buClr>
              <a:buSzPts val="1488"/>
              <a:buFont typeface="Noto Sans Symbols"/>
              <a:buChar char="⮚"/>
            </a:pPr>
            <a:r>
              <a:rPr b="0" i="0" lang="en-US" sz="2400" u="non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A person would have to run for about 30 minutes, for example, to burn off the calories in a cheeseburger.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38"/>
          <p:cNvSpPr txBox="1"/>
          <p:nvPr>
            <p:ph idx="1" type="body"/>
          </p:nvPr>
        </p:nvSpPr>
        <p:spPr>
          <a:xfrm>
            <a:off x="650875" y="2276475"/>
            <a:ext cx="11703050" cy="6435725"/>
          </a:xfrm>
          <a:prstGeom prst="rect">
            <a:avLst/>
          </a:prstGeom>
          <a:noFill/>
          <a:ln>
            <a:noFill/>
          </a:ln>
        </p:spPr>
        <p:txBody>
          <a:bodyPr anchorCtr="0" anchor="t" bIns="65000" lIns="130025" spcFirstLastPara="1" rIns="130025" wrap="square" tIns="650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300"/>
              <a:buFont typeface="Arial"/>
              <a:buNone/>
            </a:pPr>
            <a:r>
              <a:rPr b="0" i="0" lang="en-US" sz="43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Calorie value of food : 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860"/>
              </a:spcBef>
              <a:spcAft>
                <a:spcPts val="0"/>
              </a:spcAft>
              <a:buClr>
                <a:schemeClr val="dk1"/>
              </a:buClr>
              <a:buSzPts val="4300"/>
              <a:buFont typeface="Arial"/>
              <a:buNone/>
            </a:pPr>
            <a:r>
              <a:t/>
            </a:r>
            <a:endParaRPr b="0" i="0" sz="43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860"/>
              </a:spcBef>
              <a:spcAft>
                <a:spcPts val="0"/>
              </a:spcAft>
              <a:buClr>
                <a:schemeClr val="dk1"/>
              </a:buClr>
              <a:buSzPts val="4300"/>
              <a:buFont typeface="Arial"/>
              <a:buNone/>
            </a:pPr>
            <a:r>
              <a:rPr b="0" i="0" lang="en-US" sz="43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a) Carbohydrate     -   4.4 cal/g.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860"/>
              </a:spcBef>
              <a:spcAft>
                <a:spcPts val="0"/>
              </a:spcAft>
              <a:buClr>
                <a:schemeClr val="dk1"/>
              </a:buClr>
              <a:buSzPts val="4300"/>
              <a:buFont typeface="Arial"/>
              <a:buNone/>
            </a:pPr>
            <a:r>
              <a:rPr b="0" i="0" lang="en-US" sz="43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b) Fat		             -   9.3 cal/g. 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860"/>
              </a:spcBef>
              <a:spcAft>
                <a:spcPts val="0"/>
              </a:spcAft>
              <a:buClr>
                <a:schemeClr val="dk1"/>
              </a:buClr>
              <a:buSzPts val="4300"/>
              <a:buFont typeface="Arial"/>
              <a:buNone/>
            </a:pPr>
            <a:r>
              <a:rPr b="0" i="0" lang="en-US" sz="43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c) Protein 		   -   4.0 cal/g. 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860"/>
              </a:spcBef>
              <a:spcAft>
                <a:spcPts val="0"/>
              </a:spcAft>
              <a:buClr>
                <a:schemeClr val="dk1"/>
              </a:buClr>
              <a:buSzPts val="4300"/>
              <a:buFont typeface="Arial"/>
              <a:buNone/>
            </a:pPr>
            <a:r>
              <a:t/>
            </a:r>
            <a:endParaRPr b="0" i="0" sz="43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79400" lvl="0" marL="0" marR="0" rtl="0" algn="l">
              <a:lnSpc>
                <a:spcPct val="90000"/>
              </a:lnSpc>
              <a:spcBef>
                <a:spcPts val="88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Char char="•"/>
            </a:pPr>
            <a:r>
              <a:rPr b="0" i="0" lang="en-US" sz="4400" u="non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A person would have to run for about 30 minutes, for example, to burn off the calories in a cheeseburger.</a:t>
            </a:r>
            <a:endParaRPr b="0" i="0" sz="4400" u="non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207963" lvl="0" marL="487363" marR="0" rtl="0" algn="l">
              <a:spcBef>
                <a:spcPts val="88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t/>
            </a:r>
            <a:endParaRPr b="0" i="0" sz="4400" u="non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11" name="Google Shape;211;p38"/>
          <p:cNvSpPr txBox="1"/>
          <p:nvPr>
            <p:ph type="title"/>
          </p:nvPr>
        </p:nvSpPr>
        <p:spPr>
          <a:xfrm>
            <a:off x="650875" y="390525"/>
            <a:ext cx="11703050" cy="162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5000" lIns="130025" spcFirstLastPara="1" rIns="130025" wrap="square" tIns="650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Gill Sans"/>
              <a:buNone/>
            </a:pPr>
            <a:br>
              <a:rPr b="0" i="0" lang="en-US" sz="4800" u="non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</a:br>
            <a:r>
              <a:rPr b="1" i="0" lang="en-US" sz="4800" u="non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Food as Fuel: Calories Count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39"/>
          <p:cNvSpPr txBox="1"/>
          <p:nvPr>
            <p:ph type="title"/>
          </p:nvPr>
        </p:nvSpPr>
        <p:spPr>
          <a:xfrm>
            <a:off x="2420937" y="207962"/>
            <a:ext cx="8161337" cy="1741487"/>
          </a:xfrm>
          <a:prstGeom prst="rect">
            <a:avLst/>
          </a:prstGeom>
          <a:noFill/>
          <a:ln>
            <a:noFill/>
          </a:ln>
        </p:spPr>
        <p:txBody>
          <a:bodyPr anchorCtr="0" anchor="ctr" bIns="65000" lIns="130025" spcFirstLastPara="1" rIns="130025" wrap="square" tIns="650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Gill Sans"/>
              <a:buNone/>
            </a:pPr>
            <a:br>
              <a:rPr b="0" i="0" lang="en-US" sz="4400" u="non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</a:br>
            <a:r>
              <a:rPr b="1" i="0" lang="en-US" sz="4400" u="non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Food as Fuel: Calories Count</a:t>
            </a:r>
            <a:endParaRPr/>
          </a:p>
        </p:txBody>
      </p:sp>
      <p:sp>
        <p:nvSpPr>
          <p:cNvPr id="217" name="Google Shape;217;p39"/>
          <p:cNvSpPr txBox="1"/>
          <p:nvPr>
            <p:ph idx="1" type="body"/>
          </p:nvPr>
        </p:nvSpPr>
        <p:spPr>
          <a:xfrm>
            <a:off x="685800" y="2019300"/>
            <a:ext cx="11607800" cy="4076700"/>
          </a:xfrm>
          <a:prstGeom prst="rect">
            <a:avLst/>
          </a:prstGeom>
          <a:noFill/>
          <a:ln>
            <a:noFill/>
          </a:ln>
        </p:spPr>
        <p:txBody>
          <a:bodyPr anchorCtr="0" anchor="t" bIns="65000" lIns="130025" spcFirstLastPara="1" rIns="130025" wrap="square" tIns="65000">
            <a:noAutofit/>
          </a:bodyPr>
          <a:lstStyle/>
          <a:p>
            <a:pPr indent="-487362" lvl="0" marL="48736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600"/>
              <a:buFont typeface="Arial"/>
              <a:buChar char="•"/>
            </a:pPr>
            <a:r>
              <a:rPr b="0" i="0" lang="en-US" sz="46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intake food(energy nutrients) &gt;  Energy needs : stored in body fat.</a:t>
            </a:r>
            <a:endParaRPr/>
          </a:p>
          <a:p>
            <a:pPr indent="-487362" lvl="0" marL="487362" marR="0" rtl="0" algn="l">
              <a:lnSpc>
                <a:spcPct val="100000"/>
              </a:lnSpc>
              <a:spcBef>
                <a:spcPts val="3600"/>
              </a:spcBef>
              <a:spcAft>
                <a:spcPts val="0"/>
              </a:spcAft>
              <a:buClr>
                <a:schemeClr val="dk1"/>
              </a:buClr>
              <a:buSzPts val="4600"/>
              <a:buFont typeface="Arial"/>
              <a:buChar char="•"/>
            </a:pPr>
            <a:r>
              <a:rPr b="0" i="0" lang="en-US" sz="46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Energy need &gt; intake food : burn body fat.</a:t>
            </a:r>
            <a:endParaRPr/>
          </a:p>
        </p:txBody>
      </p:sp>
      <p:pic>
        <p:nvPicPr>
          <p:cNvPr id="218" name="Google Shape;218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81887" y="5334000"/>
            <a:ext cx="5522912" cy="41417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40"/>
          <p:cNvSpPr txBox="1"/>
          <p:nvPr>
            <p:ph type="title"/>
          </p:nvPr>
        </p:nvSpPr>
        <p:spPr>
          <a:xfrm>
            <a:off x="650875" y="390525"/>
            <a:ext cx="11703050" cy="162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5000" lIns="130025" spcFirstLastPara="1" rIns="130025" wrap="square" tIns="650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300"/>
              <a:buFont typeface="Calibri"/>
              <a:buNone/>
            </a:pPr>
            <a:r>
              <a:rPr b="0" i="0" lang="en-US" sz="63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Balanced Diet</a:t>
            </a:r>
            <a:endParaRPr/>
          </a:p>
        </p:txBody>
      </p:sp>
      <p:sp>
        <p:nvSpPr>
          <p:cNvPr id="224" name="Google Shape;224;p40"/>
          <p:cNvSpPr txBox="1"/>
          <p:nvPr>
            <p:ph idx="1" type="body"/>
          </p:nvPr>
        </p:nvSpPr>
        <p:spPr>
          <a:xfrm>
            <a:off x="650875" y="2276475"/>
            <a:ext cx="11703050" cy="6435725"/>
          </a:xfrm>
          <a:prstGeom prst="rect">
            <a:avLst/>
          </a:prstGeom>
          <a:noFill/>
          <a:ln>
            <a:noFill/>
          </a:ln>
        </p:spPr>
        <p:txBody>
          <a:bodyPr anchorCtr="0" anchor="t" bIns="65000" lIns="130025" spcFirstLastPara="1" rIns="130025" wrap="square" tIns="650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300"/>
              <a:buFont typeface="Arial"/>
              <a:buNone/>
            </a:pPr>
            <a:r>
              <a:rPr b="0" i="0" lang="en-US" sz="43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Balanced diet is a diet containing all the proximate principles of food in adequate and proportionate amounts; including essential amino acids and fatty acids for normal growth, activity, reproduction.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860"/>
              </a:spcBef>
              <a:spcAft>
                <a:spcPts val="0"/>
              </a:spcAft>
              <a:buClr>
                <a:schemeClr val="dk1"/>
              </a:buClr>
              <a:buSzPts val="4300"/>
              <a:buFont typeface="Arial"/>
              <a:buNone/>
            </a:pPr>
            <a:r>
              <a:t/>
            </a:r>
            <a:endParaRPr b="1" i="0" sz="4300" u="none">
              <a:solidFill>
                <a:srgbClr val="37609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73050" lvl="0" marL="0" marR="0" rtl="0" algn="l">
              <a:lnSpc>
                <a:spcPct val="100000"/>
              </a:lnSpc>
              <a:spcBef>
                <a:spcPts val="860"/>
              </a:spcBef>
              <a:spcAft>
                <a:spcPts val="0"/>
              </a:spcAft>
              <a:buClr>
                <a:srgbClr val="376092"/>
              </a:buClr>
              <a:buSzPts val="4300"/>
              <a:buFont typeface="Arial"/>
              <a:buChar char="•"/>
            </a:pPr>
            <a:r>
              <a:rPr b="1" i="0" lang="en-US" sz="4300" u="none">
                <a:solidFill>
                  <a:srgbClr val="376092"/>
                </a:solidFill>
                <a:latin typeface="Calibri"/>
                <a:ea typeface="Calibri"/>
                <a:cs typeface="Calibri"/>
                <a:sym typeface="Calibri"/>
              </a:rPr>
              <a:t>Adequate :</a:t>
            </a:r>
            <a:r>
              <a:rPr b="0" i="0" lang="en-US" sz="4300" u="none">
                <a:solidFill>
                  <a:srgbClr val="376092"/>
                </a:solidFill>
                <a:latin typeface="Calibri"/>
                <a:ea typeface="Calibri"/>
                <a:cs typeface="Calibri"/>
                <a:sym typeface="Calibri"/>
              </a:rPr>
              <a:t> Means the amount that supply the exact calories.</a:t>
            </a:r>
            <a:endParaRPr/>
          </a:p>
          <a:p>
            <a:pPr indent="-273050" lvl="0" marL="0" marR="0" rtl="0" algn="l">
              <a:lnSpc>
                <a:spcPct val="100000"/>
              </a:lnSpc>
              <a:spcBef>
                <a:spcPts val="860"/>
              </a:spcBef>
              <a:spcAft>
                <a:spcPts val="0"/>
              </a:spcAft>
              <a:buClr>
                <a:srgbClr val="376092"/>
              </a:buClr>
              <a:buSzPts val="4300"/>
              <a:buFont typeface="Arial"/>
              <a:buChar char="•"/>
            </a:pPr>
            <a:r>
              <a:rPr b="1" i="0" lang="en-US" sz="4300" u="none">
                <a:solidFill>
                  <a:srgbClr val="376092"/>
                </a:solidFill>
                <a:latin typeface="Calibri"/>
                <a:ea typeface="Calibri"/>
                <a:cs typeface="Calibri"/>
                <a:sym typeface="Calibri"/>
              </a:rPr>
              <a:t>Proportionate amount :</a:t>
            </a:r>
            <a:r>
              <a:rPr b="0" i="0" lang="en-US" sz="4300" u="none">
                <a:solidFill>
                  <a:srgbClr val="376092"/>
                </a:solidFill>
                <a:latin typeface="Calibri"/>
                <a:ea typeface="Calibri"/>
                <a:cs typeface="Calibri"/>
                <a:sym typeface="Calibri"/>
              </a:rPr>
              <a:t> Means presence of appropriate proportion of food stuffs.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860"/>
              </a:spcBef>
              <a:spcAft>
                <a:spcPts val="0"/>
              </a:spcAft>
              <a:buClr>
                <a:schemeClr val="dk1"/>
              </a:buClr>
              <a:buSzPts val="4300"/>
              <a:buFont typeface="Arial"/>
              <a:buNone/>
            </a:pPr>
            <a:r>
              <a:t/>
            </a:r>
            <a:endParaRPr b="0" i="0" sz="43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14313" lvl="0" marL="487363" marR="0" rtl="0" algn="l">
              <a:spcBef>
                <a:spcPts val="860"/>
              </a:spcBef>
              <a:spcAft>
                <a:spcPts val="0"/>
              </a:spcAft>
              <a:buClr>
                <a:schemeClr val="dk1"/>
              </a:buClr>
              <a:buSzPts val="4300"/>
              <a:buFont typeface="Arial"/>
              <a:buNone/>
            </a:pPr>
            <a:r>
              <a:t/>
            </a:r>
            <a:endParaRPr b="0" i="0" sz="43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41"/>
          <p:cNvSpPr txBox="1"/>
          <p:nvPr>
            <p:ph type="title"/>
          </p:nvPr>
        </p:nvSpPr>
        <p:spPr>
          <a:xfrm>
            <a:off x="650875" y="390525"/>
            <a:ext cx="11703050" cy="162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5000" lIns="130025" spcFirstLastPara="1" rIns="130025" wrap="square" tIns="650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300"/>
              <a:buFont typeface="Calibri"/>
              <a:buNone/>
            </a:pPr>
            <a:r>
              <a:rPr b="0" i="0" lang="en-US" sz="63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Criteria of a balanced diet</a:t>
            </a:r>
            <a:endParaRPr/>
          </a:p>
        </p:txBody>
      </p:sp>
      <p:sp>
        <p:nvSpPr>
          <p:cNvPr id="230" name="Google Shape;230;p41"/>
          <p:cNvSpPr txBox="1"/>
          <p:nvPr>
            <p:ph idx="1" type="body"/>
          </p:nvPr>
        </p:nvSpPr>
        <p:spPr>
          <a:xfrm>
            <a:off x="650875" y="2276475"/>
            <a:ext cx="12071350" cy="6435725"/>
          </a:xfrm>
          <a:prstGeom prst="rect">
            <a:avLst/>
          </a:prstGeom>
          <a:noFill/>
          <a:ln>
            <a:noFill/>
          </a:ln>
        </p:spPr>
        <p:txBody>
          <a:bodyPr anchorCtr="0" anchor="t" bIns="65000" lIns="130025" spcFirstLastPara="1" rIns="130025" wrap="square" tIns="65000">
            <a:normAutofit/>
          </a:bodyPr>
          <a:lstStyle/>
          <a:p>
            <a:pPr indent="-487362" lvl="0" marL="48736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300"/>
              <a:buFont typeface="Arial"/>
              <a:buChar char="•"/>
            </a:pPr>
            <a:r>
              <a:rPr b="0" i="0" lang="en-US" sz="43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Proximate principles of food in adequate and proportionate amount. </a:t>
            </a:r>
            <a:endParaRPr/>
          </a:p>
          <a:p>
            <a:pPr indent="-487362" lvl="0" marL="487362" marR="0" rtl="0" algn="l">
              <a:lnSpc>
                <a:spcPct val="100000"/>
              </a:lnSpc>
              <a:spcBef>
                <a:spcPts val="860"/>
              </a:spcBef>
              <a:spcAft>
                <a:spcPts val="0"/>
              </a:spcAft>
              <a:buClr>
                <a:schemeClr val="dk1"/>
              </a:buClr>
              <a:buSzPts val="4300"/>
              <a:buFont typeface="Arial"/>
              <a:buChar char="•"/>
            </a:pPr>
            <a:r>
              <a:rPr b="0" i="0" lang="en-US" sz="43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One third to half of protein</a:t>
            </a:r>
            <a:endParaRPr/>
          </a:p>
          <a:p>
            <a:pPr indent="-487362" lvl="0" marL="487362" marR="0" rtl="0" algn="l">
              <a:lnSpc>
                <a:spcPct val="100000"/>
              </a:lnSpc>
              <a:spcBef>
                <a:spcPts val="860"/>
              </a:spcBef>
              <a:spcAft>
                <a:spcPts val="0"/>
              </a:spcAft>
              <a:buClr>
                <a:schemeClr val="dk1"/>
              </a:buClr>
              <a:buSzPts val="4300"/>
              <a:buFont typeface="Arial"/>
              <a:buChar char="•"/>
            </a:pPr>
            <a:r>
              <a:rPr b="0" i="0" lang="en-US" sz="43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Lipid should come from plant sources. </a:t>
            </a:r>
            <a:endParaRPr/>
          </a:p>
          <a:p>
            <a:pPr indent="-487362" lvl="0" marL="487362" marR="0" rtl="0" algn="l">
              <a:lnSpc>
                <a:spcPct val="100000"/>
              </a:lnSpc>
              <a:spcBef>
                <a:spcPts val="860"/>
              </a:spcBef>
              <a:spcAft>
                <a:spcPts val="0"/>
              </a:spcAft>
              <a:buClr>
                <a:schemeClr val="dk1"/>
              </a:buClr>
              <a:buSzPts val="4300"/>
              <a:buFont typeface="Arial"/>
              <a:buChar char="•"/>
            </a:pPr>
            <a:r>
              <a:rPr b="0" i="0" lang="en-US" sz="43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Sufficient fruits and vegetables. </a:t>
            </a:r>
            <a:endParaRPr/>
          </a:p>
          <a:p>
            <a:pPr indent="-487362" lvl="0" marL="487362" marR="0" rtl="0" algn="l">
              <a:lnSpc>
                <a:spcPct val="100000"/>
              </a:lnSpc>
              <a:spcBef>
                <a:spcPts val="860"/>
              </a:spcBef>
              <a:spcAft>
                <a:spcPts val="0"/>
              </a:spcAft>
              <a:buClr>
                <a:schemeClr val="dk1"/>
              </a:buClr>
              <a:buSzPts val="4300"/>
              <a:buFont typeface="Arial"/>
              <a:buChar char="•"/>
            </a:pPr>
            <a:r>
              <a:rPr b="0" i="0" lang="en-US" sz="43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Easily digestible , absorbable and assailable food.</a:t>
            </a:r>
            <a:endParaRPr/>
          </a:p>
          <a:p>
            <a:pPr indent="-487362" lvl="0" marL="487362" marR="0" rtl="0" algn="l">
              <a:lnSpc>
                <a:spcPct val="100000"/>
              </a:lnSpc>
              <a:spcBef>
                <a:spcPts val="860"/>
              </a:spcBef>
              <a:spcAft>
                <a:spcPts val="0"/>
              </a:spcAft>
              <a:buClr>
                <a:schemeClr val="dk1"/>
              </a:buClr>
              <a:buSzPts val="4300"/>
              <a:buFont typeface="Arial"/>
              <a:buChar char="•"/>
            </a:pPr>
            <a:r>
              <a:rPr b="0" i="0" lang="en-US" sz="43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Easily available food. </a:t>
            </a:r>
            <a:endParaRPr/>
          </a:p>
          <a:p>
            <a:pPr indent="-487362" lvl="0" marL="487362" marR="0" rtl="0" algn="l">
              <a:lnSpc>
                <a:spcPct val="100000"/>
              </a:lnSpc>
              <a:spcBef>
                <a:spcPts val="860"/>
              </a:spcBef>
              <a:spcAft>
                <a:spcPts val="0"/>
              </a:spcAft>
              <a:buClr>
                <a:schemeClr val="dk1"/>
              </a:buClr>
              <a:buSzPts val="4300"/>
              <a:buFont typeface="Arial"/>
              <a:buChar char="•"/>
            </a:pPr>
            <a:r>
              <a:rPr b="0" i="0" lang="en-US" sz="43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Certain amount of cellulose to promote peristalsis.</a:t>
            </a:r>
            <a:endParaRPr/>
          </a:p>
          <a:p>
            <a:pPr indent="-214313" lvl="0" marL="487363" marR="0" rtl="0" algn="l">
              <a:spcBef>
                <a:spcPts val="860"/>
              </a:spcBef>
              <a:spcAft>
                <a:spcPts val="0"/>
              </a:spcAft>
              <a:buClr>
                <a:schemeClr val="dk1"/>
              </a:buClr>
              <a:buSzPts val="4300"/>
              <a:buFont typeface="Arial"/>
              <a:buNone/>
            </a:pPr>
            <a:r>
              <a:t/>
            </a:r>
            <a:endParaRPr b="0" i="0" sz="43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42"/>
          <p:cNvSpPr txBox="1"/>
          <p:nvPr>
            <p:ph type="title"/>
          </p:nvPr>
        </p:nvSpPr>
        <p:spPr>
          <a:xfrm>
            <a:off x="650875" y="390525"/>
            <a:ext cx="11703050" cy="162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5000" lIns="130025" spcFirstLastPara="1" rIns="130025" wrap="square" tIns="650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700"/>
              <a:buFont typeface="Calibri"/>
              <a:buNone/>
            </a:pPr>
            <a:r>
              <a:rPr b="0" i="0" lang="en-US" sz="57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Factors considered to formulate a balanced diet</a:t>
            </a:r>
            <a:endParaRPr/>
          </a:p>
        </p:txBody>
      </p:sp>
      <p:sp>
        <p:nvSpPr>
          <p:cNvPr id="236" name="Google Shape;236;p42"/>
          <p:cNvSpPr txBox="1"/>
          <p:nvPr>
            <p:ph idx="1" type="body"/>
          </p:nvPr>
        </p:nvSpPr>
        <p:spPr>
          <a:xfrm>
            <a:off x="650875" y="2276475"/>
            <a:ext cx="11703050" cy="6435725"/>
          </a:xfrm>
          <a:prstGeom prst="rect">
            <a:avLst/>
          </a:prstGeom>
          <a:noFill/>
          <a:ln>
            <a:noFill/>
          </a:ln>
        </p:spPr>
        <p:txBody>
          <a:bodyPr anchorCtr="0" anchor="t" bIns="65000" lIns="130025" spcFirstLastPara="1" rIns="130025" wrap="square" tIns="65000">
            <a:noAutofit/>
          </a:bodyPr>
          <a:lstStyle/>
          <a:p>
            <a:pPr indent="-487362" lvl="0" marL="48736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600"/>
              <a:buFont typeface="Arial"/>
              <a:buChar char="•"/>
            </a:pPr>
            <a:r>
              <a:rPr b="0" i="0" lang="en-US" sz="46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Age</a:t>
            </a:r>
            <a:endParaRPr/>
          </a:p>
          <a:p>
            <a:pPr indent="-487362" lvl="0" marL="487362" marR="0" rtl="0" algn="l">
              <a:lnSpc>
                <a:spcPct val="100000"/>
              </a:lnSpc>
              <a:spcBef>
                <a:spcPts val="920"/>
              </a:spcBef>
              <a:spcAft>
                <a:spcPts val="0"/>
              </a:spcAft>
              <a:buClr>
                <a:schemeClr val="dk1"/>
              </a:buClr>
              <a:buSzPts val="4600"/>
              <a:buFont typeface="Arial"/>
              <a:buChar char="•"/>
            </a:pPr>
            <a:r>
              <a:rPr b="0" i="0" lang="en-US" sz="46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Sex, height, weight</a:t>
            </a:r>
            <a:endParaRPr/>
          </a:p>
          <a:p>
            <a:pPr indent="-487362" lvl="0" marL="487362" marR="0" rtl="0" algn="l">
              <a:lnSpc>
                <a:spcPct val="100000"/>
              </a:lnSpc>
              <a:spcBef>
                <a:spcPts val="920"/>
              </a:spcBef>
              <a:spcAft>
                <a:spcPts val="0"/>
              </a:spcAft>
              <a:buClr>
                <a:schemeClr val="dk1"/>
              </a:buClr>
              <a:buSzPts val="4600"/>
              <a:buFont typeface="Arial"/>
              <a:buChar char="•"/>
            </a:pPr>
            <a:r>
              <a:rPr b="0" i="0" lang="en-US" sz="46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Quality and quantity of food. </a:t>
            </a:r>
            <a:endParaRPr/>
          </a:p>
          <a:p>
            <a:pPr indent="-487362" lvl="0" marL="487362" marR="0" rtl="0" algn="l">
              <a:lnSpc>
                <a:spcPct val="100000"/>
              </a:lnSpc>
              <a:spcBef>
                <a:spcPts val="920"/>
              </a:spcBef>
              <a:spcAft>
                <a:spcPts val="0"/>
              </a:spcAft>
              <a:buClr>
                <a:schemeClr val="dk1"/>
              </a:buClr>
              <a:buSzPts val="4600"/>
              <a:buFont typeface="Arial"/>
              <a:buChar char="•"/>
            </a:pPr>
            <a:r>
              <a:rPr b="0" i="0" lang="en-US" sz="46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Socio-economical value</a:t>
            </a:r>
            <a:endParaRPr/>
          </a:p>
          <a:p>
            <a:pPr indent="-487362" lvl="0" marL="487362" marR="0" rtl="0" algn="l">
              <a:lnSpc>
                <a:spcPct val="100000"/>
              </a:lnSpc>
              <a:spcBef>
                <a:spcPts val="920"/>
              </a:spcBef>
              <a:spcAft>
                <a:spcPts val="0"/>
              </a:spcAft>
              <a:buClr>
                <a:schemeClr val="dk1"/>
              </a:buClr>
              <a:buSzPts val="4600"/>
              <a:buFont typeface="Arial"/>
              <a:buChar char="•"/>
            </a:pPr>
            <a:r>
              <a:rPr b="0" i="0" lang="en-US" sz="46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Seasonal factor </a:t>
            </a:r>
            <a:endParaRPr/>
          </a:p>
          <a:p>
            <a:pPr indent="-487362" lvl="0" marL="487362" marR="0" rtl="0" algn="l">
              <a:lnSpc>
                <a:spcPct val="100000"/>
              </a:lnSpc>
              <a:spcBef>
                <a:spcPts val="920"/>
              </a:spcBef>
              <a:spcAft>
                <a:spcPts val="0"/>
              </a:spcAft>
              <a:buClr>
                <a:schemeClr val="dk1"/>
              </a:buClr>
              <a:buSzPts val="4600"/>
              <a:buFont typeface="Arial"/>
              <a:buChar char="•"/>
            </a:pPr>
            <a:r>
              <a:rPr b="0" i="0" lang="en-US" sz="46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Geographical </a:t>
            </a:r>
            <a:endParaRPr/>
          </a:p>
          <a:p>
            <a:pPr indent="-487362" lvl="0" marL="487362" marR="0" rtl="0" algn="l">
              <a:lnSpc>
                <a:spcPct val="100000"/>
              </a:lnSpc>
              <a:spcBef>
                <a:spcPts val="920"/>
              </a:spcBef>
              <a:spcAft>
                <a:spcPts val="0"/>
              </a:spcAft>
              <a:buClr>
                <a:schemeClr val="dk1"/>
              </a:buClr>
              <a:buSzPts val="4600"/>
              <a:buFont typeface="Arial"/>
              <a:buChar char="•"/>
            </a:pPr>
            <a:r>
              <a:rPr b="0" i="0" lang="en-US" sz="46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Allergic condition </a:t>
            </a:r>
            <a:endParaRPr/>
          </a:p>
          <a:p>
            <a:pPr indent="-195263" lvl="0" marL="487363" marR="0" rtl="0" algn="l">
              <a:spcBef>
                <a:spcPts val="920"/>
              </a:spcBef>
              <a:spcAft>
                <a:spcPts val="0"/>
              </a:spcAft>
              <a:buClr>
                <a:schemeClr val="dk1"/>
              </a:buClr>
              <a:buSzPts val="4600"/>
              <a:buFont typeface="Arial"/>
              <a:buNone/>
            </a:pPr>
            <a:r>
              <a:t/>
            </a:r>
            <a:endParaRPr b="0" i="0" sz="46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43"/>
          <p:cNvSpPr txBox="1"/>
          <p:nvPr>
            <p:ph type="title"/>
          </p:nvPr>
        </p:nvSpPr>
        <p:spPr>
          <a:xfrm>
            <a:off x="650875" y="390525"/>
            <a:ext cx="11703050" cy="162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5000" lIns="130025" spcFirstLastPara="1" rIns="130025" wrap="square" tIns="650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300"/>
              <a:buFont typeface="Calibri"/>
              <a:buNone/>
            </a:pPr>
            <a:r>
              <a:rPr b="1" i="0" lang="en-US" sz="63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Body Mass Index</a:t>
            </a:r>
            <a:r>
              <a:rPr b="0" i="0" lang="en-US" sz="63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(</a:t>
            </a:r>
            <a:r>
              <a:rPr b="1" i="0" lang="en-US" sz="63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BMI</a:t>
            </a:r>
            <a:r>
              <a:rPr b="0" i="0" lang="en-US" sz="63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/>
          </a:p>
        </p:txBody>
      </p:sp>
      <p:sp>
        <p:nvSpPr>
          <p:cNvPr id="242" name="Google Shape;242;p43"/>
          <p:cNvSpPr txBox="1"/>
          <p:nvPr>
            <p:ph idx="1" type="body"/>
          </p:nvPr>
        </p:nvSpPr>
        <p:spPr>
          <a:xfrm>
            <a:off x="650875" y="2276475"/>
            <a:ext cx="11703050" cy="6435725"/>
          </a:xfrm>
          <a:prstGeom prst="rect">
            <a:avLst/>
          </a:prstGeom>
          <a:noFill/>
          <a:ln>
            <a:noFill/>
          </a:ln>
        </p:spPr>
        <p:txBody>
          <a:bodyPr anchorCtr="0" anchor="t" bIns="65000" lIns="130025" spcFirstLastPara="1" rIns="130025" wrap="square" tIns="65000">
            <a:noAutofit/>
          </a:bodyPr>
          <a:lstStyle/>
          <a:p>
            <a:pPr indent="-487362" lvl="0" marL="48736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600"/>
              <a:buFont typeface="Arial"/>
              <a:buChar char="•"/>
            </a:pPr>
            <a:r>
              <a:rPr b="0" i="0" lang="en-US" sz="46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</a:t>
            </a:r>
            <a:r>
              <a:rPr b="1" i="0" lang="en-US" sz="46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body mass index</a:t>
            </a:r>
            <a:r>
              <a:rPr b="0" i="0" lang="en-US" sz="46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(</a:t>
            </a:r>
            <a:r>
              <a:rPr b="1" i="0" lang="en-US" sz="46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BMI</a:t>
            </a:r>
            <a:r>
              <a:rPr b="0" i="0" lang="en-US" sz="46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 or </a:t>
            </a:r>
            <a:r>
              <a:rPr b="1" i="0" lang="en-US" sz="46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Quetelet index</a:t>
            </a:r>
            <a:r>
              <a:rPr b="0" i="0" lang="en-US" sz="46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is a value derived from the mass (weight) and height of an individual. </a:t>
            </a:r>
            <a:endParaRPr/>
          </a:p>
          <a:p>
            <a:pPr indent="-487362" lvl="0" marL="487362" marR="0" rtl="0" algn="l">
              <a:lnSpc>
                <a:spcPct val="100000"/>
              </a:lnSpc>
              <a:spcBef>
                <a:spcPts val="920"/>
              </a:spcBef>
              <a:spcAft>
                <a:spcPts val="0"/>
              </a:spcAft>
              <a:buClr>
                <a:schemeClr val="dk1"/>
              </a:buClr>
              <a:buSzPts val="4600"/>
              <a:buFont typeface="Arial"/>
              <a:buChar char="•"/>
            </a:pPr>
            <a:r>
              <a:rPr b="0" i="0" lang="en-US" sz="46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BMI is defined as the body mass divided by the square of the body height, and is universally expressed in units of kg/m</a:t>
            </a:r>
            <a:r>
              <a:rPr b="0" baseline="30000" i="0" lang="en-US" sz="46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b="0" i="0" lang="en-US" sz="46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resulting from mass in Kilograms and height in meters.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44"/>
          <p:cNvSpPr txBox="1"/>
          <p:nvPr>
            <p:ph type="title"/>
          </p:nvPr>
        </p:nvSpPr>
        <p:spPr>
          <a:xfrm>
            <a:off x="1397000" y="257175"/>
            <a:ext cx="10134600" cy="1744662"/>
          </a:xfrm>
          <a:prstGeom prst="rect">
            <a:avLst/>
          </a:prstGeom>
          <a:noFill/>
          <a:ln>
            <a:noFill/>
          </a:ln>
        </p:spPr>
        <p:txBody>
          <a:bodyPr anchorCtr="0" anchor="ctr" bIns="65000" lIns="130025" spcFirstLastPara="1" rIns="130025" wrap="square" tIns="650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Gill Sans"/>
              <a:buNone/>
            </a:pPr>
            <a:r>
              <a:rPr b="1" i="0" lang="en-US" sz="4800" u="non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Body Mass Index(BMI) count</a:t>
            </a:r>
            <a:endParaRPr/>
          </a:p>
        </p:txBody>
      </p:sp>
      <p:pic>
        <p:nvPicPr>
          <p:cNvPr id="248" name="Google Shape;248;p44"/>
          <p:cNvPicPr preferRelativeResize="0"/>
          <p:nvPr/>
        </p:nvPicPr>
        <p:blipFill rotWithShape="1">
          <a:blip r:embed="rId3">
            <a:alphaModFix/>
          </a:blip>
          <a:srcRect b="38984" l="0" r="0" t="0"/>
          <a:stretch/>
        </p:blipFill>
        <p:spPr>
          <a:xfrm>
            <a:off x="406400" y="2740025"/>
            <a:ext cx="12115800" cy="4651375"/>
          </a:xfrm>
          <a:prstGeom prst="rect">
            <a:avLst/>
          </a:prstGeom>
          <a:noFill/>
          <a:ln cap="sq" cmpd="sng" w="38100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3137"/>
              </a:srgbClr>
            </a:outerShdw>
          </a:effectLst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3" name="Google Shape;253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06800" y="1905000"/>
            <a:ext cx="5181600" cy="3001962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p45"/>
          <p:cNvSpPr txBox="1"/>
          <p:nvPr>
            <p:ph type="title"/>
          </p:nvPr>
        </p:nvSpPr>
        <p:spPr>
          <a:xfrm>
            <a:off x="1701800" y="257175"/>
            <a:ext cx="8886825" cy="1744662"/>
          </a:xfrm>
          <a:prstGeom prst="rect">
            <a:avLst/>
          </a:prstGeom>
          <a:noFill/>
          <a:ln>
            <a:noFill/>
          </a:ln>
        </p:spPr>
        <p:txBody>
          <a:bodyPr anchorCtr="0" anchor="ctr" bIns="65000" lIns="130025" spcFirstLastPara="1" rIns="130025" wrap="square" tIns="650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Gill Sans"/>
              <a:buNone/>
            </a:pPr>
            <a:r>
              <a:rPr b="1" i="0" lang="en-US" sz="4800" u="non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Body Mass Index (BMI) count</a:t>
            </a:r>
            <a:endParaRPr/>
          </a:p>
        </p:txBody>
      </p:sp>
      <p:cxnSp>
        <p:nvCxnSpPr>
          <p:cNvPr id="255" name="Google Shape;255;p45"/>
          <p:cNvCxnSpPr/>
          <p:nvPr/>
        </p:nvCxnSpPr>
        <p:spPr>
          <a:xfrm flipH="1" rot="10800000">
            <a:off x="2311400" y="5257800"/>
            <a:ext cx="8153400" cy="762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"/>
            <a:headEnd len="med" w="med" type="none"/>
            <a:tailEnd len="med" w="med" type="none"/>
          </a:ln>
          <a:effectLst>
            <a:outerShdw blurRad="63500" dir="5400000" dist="23000">
              <a:srgbClr val="000000">
                <a:alpha val="34902"/>
              </a:srgbClr>
            </a:outerShdw>
          </a:effectLst>
        </p:spPr>
      </p:cxnSp>
      <p:cxnSp>
        <p:nvCxnSpPr>
          <p:cNvPr id="256" name="Google Shape;256;p45"/>
          <p:cNvCxnSpPr/>
          <p:nvPr/>
        </p:nvCxnSpPr>
        <p:spPr>
          <a:xfrm flipH="1" rot="10800000">
            <a:off x="2311400" y="5410200"/>
            <a:ext cx="8153400" cy="762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"/>
            <a:headEnd len="med" w="med" type="none"/>
            <a:tailEnd len="med" w="med" type="none"/>
          </a:ln>
          <a:effectLst>
            <a:outerShdw blurRad="63500" dir="5400000" dist="23000">
              <a:srgbClr val="000000">
                <a:alpha val="34902"/>
              </a:srgbClr>
            </a:outerShdw>
          </a:effectLst>
        </p:spPr>
      </p:cxnSp>
      <p:sp>
        <p:nvSpPr>
          <p:cNvPr id="257" name="Google Shape;257;p45"/>
          <p:cNvSpPr txBox="1"/>
          <p:nvPr/>
        </p:nvSpPr>
        <p:spPr>
          <a:xfrm>
            <a:off x="558800" y="5562600"/>
            <a:ext cx="12141200" cy="37242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Gill Sans"/>
              <a:buNone/>
            </a:pPr>
            <a:r>
              <a:rPr b="0" i="0" lang="en-US" sz="2800" u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rPr>
              <a:t>The correlation between the BMI number and body fatness is fairly strong</a:t>
            </a:r>
            <a:endParaRPr/>
          </a:p>
          <a:p>
            <a:pPr indent="0" lvl="1" marL="4572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Gill Sans"/>
              <a:buNone/>
            </a:pPr>
            <a:r>
              <a:rPr b="0" i="0" lang="en-US" sz="28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rPr>
              <a:t>however the correlation varies </a:t>
            </a:r>
            <a:r>
              <a:rPr b="1" i="0" lang="en-US" sz="28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rPr>
              <a:t>by sex, race</a:t>
            </a:r>
            <a:r>
              <a:rPr b="0" i="0" lang="en-US" sz="28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rPr>
              <a:t>, and </a:t>
            </a:r>
            <a:r>
              <a:rPr b="1" i="0" lang="en-US" sz="28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rPr>
              <a:t>age. </a:t>
            </a:r>
            <a:endParaRPr/>
          </a:p>
          <a:p>
            <a:pPr indent="-342900" lvl="2" marL="1089025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Libre Baskerville"/>
              <a:buAutoNum type="arabicPeriod"/>
            </a:pPr>
            <a:r>
              <a:rPr b="0" i="0" lang="en-US" sz="28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rPr>
              <a:t>At the same BMI, women tend to have more body fat than men.</a:t>
            </a:r>
            <a:endParaRPr/>
          </a:p>
          <a:p>
            <a:pPr indent="-342900" lvl="2" marL="1089025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Libre Baskerville"/>
              <a:buAutoNum type="arabicPeriod"/>
            </a:pPr>
            <a:r>
              <a:rPr b="0" i="0" lang="en-US" sz="28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rPr>
              <a:t>At the same BMI, older people, on average, tend to have more body fat than younger adults.</a:t>
            </a:r>
            <a:endParaRPr/>
          </a:p>
          <a:p>
            <a:pPr indent="-342900" lvl="2" marL="1089025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Libre Baskerville"/>
              <a:buAutoNum type="arabicPeriod"/>
            </a:pPr>
            <a:r>
              <a:rPr b="0" i="0" lang="en-US" sz="28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rPr>
              <a:t>Highly trained athletes may have a high BMI because of increased muscularity rather than increased body fatness.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46"/>
          <p:cNvSpPr txBox="1"/>
          <p:nvPr>
            <p:ph type="title"/>
          </p:nvPr>
        </p:nvSpPr>
        <p:spPr>
          <a:xfrm>
            <a:off x="1168400" y="257175"/>
            <a:ext cx="9420225" cy="1744662"/>
          </a:xfrm>
          <a:prstGeom prst="rect">
            <a:avLst/>
          </a:prstGeom>
          <a:noFill/>
          <a:ln>
            <a:noFill/>
          </a:ln>
        </p:spPr>
        <p:txBody>
          <a:bodyPr anchorCtr="0" anchor="ctr" bIns="65000" lIns="130025" spcFirstLastPara="1" rIns="130025" wrap="square" tIns="650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Gill Sans"/>
              <a:buNone/>
            </a:pPr>
            <a:r>
              <a:rPr b="1" i="0" lang="en-US" sz="4800" u="non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Body Mass Index(BMI) count</a:t>
            </a:r>
            <a:endParaRPr/>
          </a:p>
        </p:txBody>
      </p:sp>
      <p:sp>
        <p:nvSpPr>
          <p:cNvPr id="263" name="Google Shape;263;p46"/>
          <p:cNvSpPr txBox="1"/>
          <p:nvPr>
            <p:ph idx="1" type="body"/>
          </p:nvPr>
        </p:nvSpPr>
        <p:spPr>
          <a:xfrm>
            <a:off x="406400" y="2286000"/>
            <a:ext cx="6705600" cy="6934200"/>
          </a:xfrm>
          <a:prstGeom prst="rect">
            <a:avLst/>
          </a:prstGeom>
          <a:noFill/>
          <a:ln>
            <a:noFill/>
          </a:ln>
        </p:spPr>
        <p:txBody>
          <a:bodyPr anchorCtr="0" anchor="t" bIns="65000" lIns="130025" spcFirstLastPara="1" rIns="130025" wrap="square" tIns="65000">
            <a:noAutofit/>
          </a:bodyPr>
          <a:lstStyle/>
          <a:p>
            <a:pPr indent="-487362" lvl="0" marL="48736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•"/>
            </a:pPr>
            <a:r>
              <a:rPr b="0" i="0" lang="en-US" sz="2800" u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rPr>
              <a:t>BMI is only one factor related to risk for disease, For assessing someone's likelihood of developing overweight- or obesity-related diseases</a:t>
            </a:r>
            <a:endParaRPr/>
          </a:p>
          <a:p>
            <a:pPr indent="-342900" lvl="1" marL="800100" marR="0" rtl="0" algn="l">
              <a:lnSpc>
                <a:spcPct val="100000"/>
              </a:lnSpc>
              <a:spcBef>
                <a:spcPts val="360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Calibri"/>
              <a:buAutoNum type="arabicPeriod"/>
            </a:pPr>
            <a:r>
              <a:rPr b="0" i="0" lang="en-US" sz="28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rPr>
              <a:t>The individual's waist circumference (because abdominal fat is a predictor of risk for obesity-related diseases).</a:t>
            </a:r>
            <a:endParaRPr/>
          </a:p>
          <a:p>
            <a:pPr indent="-342900" lvl="1" marL="800100" marR="0" rtl="0" algn="l">
              <a:lnSpc>
                <a:spcPct val="100000"/>
              </a:lnSpc>
              <a:spcBef>
                <a:spcPts val="360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Calibri"/>
              <a:buAutoNum type="arabicPeriod"/>
            </a:pPr>
            <a:r>
              <a:rPr b="0" i="0" lang="en-US" sz="28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rPr>
              <a:t>Other risk factors the individual has for diseases and conditions associated with obesity are for example, high blood pressure or physical inactivity.</a:t>
            </a:r>
            <a:endParaRPr/>
          </a:p>
          <a:p>
            <a:pPr indent="-309563" lvl="0" marL="487363" marR="0" rtl="0" algn="l">
              <a:spcBef>
                <a:spcPts val="23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2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id="264" name="Google Shape;264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12000" y="2362200"/>
            <a:ext cx="5562600" cy="5857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47"/>
          <p:cNvSpPr txBox="1"/>
          <p:nvPr>
            <p:ph type="title"/>
          </p:nvPr>
        </p:nvSpPr>
        <p:spPr>
          <a:xfrm>
            <a:off x="254000" y="254000"/>
            <a:ext cx="12268200" cy="243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5000" lIns="130025" spcFirstLastPara="1" rIns="130025" wrap="square" tIns="650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Gill Sans"/>
              <a:buNone/>
            </a:pPr>
            <a:r>
              <a:rPr b="1" i="0" lang="en-US" sz="4000" u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rPr>
              <a:t>How To Calculate How Many Kilocalories You Need</a:t>
            </a:r>
            <a:endParaRPr/>
          </a:p>
        </p:txBody>
      </p:sp>
      <p:sp>
        <p:nvSpPr>
          <p:cNvPr id="271" name="Google Shape;271;p47"/>
          <p:cNvSpPr txBox="1"/>
          <p:nvPr>
            <p:ph idx="1" type="body"/>
          </p:nvPr>
        </p:nvSpPr>
        <p:spPr>
          <a:xfrm>
            <a:off x="787400" y="2286000"/>
            <a:ext cx="11811000" cy="3919537"/>
          </a:xfrm>
          <a:prstGeom prst="rect">
            <a:avLst/>
          </a:prstGeom>
          <a:noFill/>
          <a:ln>
            <a:noFill/>
          </a:ln>
        </p:spPr>
        <p:txBody>
          <a:bodyPr anchorCtr="0" anchor="t" bIns="65000" lIns="130025" spcFirstLastPara="1" rIns="130025" wrap="square" tIns="65000">
            <a:noAutofit/>
          </a:bodyPr>
          <a:lstStyle/>
          <a:p>
            <a:pPr indent="-514350" lvl="0" marL="5143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AutoNum type="arabicPeriod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Multiply the weight (in pounds) </a:t>
            </a:r>
            <a:endParaRPr/>
          </a:p>
          <a:p>
            <a:pPr indent="-514350" lvl="0" marL="5143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by </a:t>
            </a:r>
            <a:r>
              <a:rPr b="0" i="0" lang="en-US" sz="28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if you are </a:t>
            </a:r>
            <a:r>
              <a:rPr b="0" i="0" lang="en-US" sz="28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not active physically</a:t>
            </a: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endParaRPr/>
          </a:p>
          <a:p>
            <a:pPr indent="-514350" lvl="0" marL="5143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by </a:t>
            </a:r>
            <a:r>
              <a:rPr b="0" i="0" lang="en-US" sz="2800" u="none">
                <a:solidFill>
                  <a:srgbClr val="7030A0"/>
                </a:solidFill>
                <a:latin typeface="Arial"/>
                <a:ea typeface="Arial"/>
                <a:cs typeface="Arial"/>
                <a:sym typeface="Arial"/>
              </a:rPr>
              <a:t>15 </a:t>
            </a: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if you are </a:t>
            </a:r>
            <a:r>
              <a:rPr b="0" i="0" lang="en-US" sz="2800" u="none">
                <a:solidFill>
                  <a:srgbClr val="7030A0"/>
                </a:solidFill>
                <a:latin typeface="Arial"/>
                <a:ea typeface="Arial"/>
                <a:cs typeface="Arial"/>
                <a:sym typeface="Arial"/>
              </a:rPr>
              <a:t>moderately active</a:t>
            </a: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and </a:t>
            </a:r>
            <a:endParaRPr/>
          </a:p>
          <a:p>
            <a:pPr indent="-514350" lvl="0" marL="5143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by </a:t>
            </a:r>
            <a:r>
              <a:rPr b="0" i="0" lang="en-US" sz="2800" u="none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20 </a:t>
            </a: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if you are </a:t>
            </a:r>
            <a:r>
              <a:rPr b="0" i="0" lang="en-US" sz="2800" u="none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highly active</a:t>
            </a:r>
            <a:endParaRPr/>
          </a:p>
          <a:p>
            <a:pPr indent="-514350" lvl="0" marL="5143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2.  Subtract one of the following amounts from the multiplication result</a:t>
            </a:r>
            <a:endParaRPr/>
          </a:p>
        </p:txBody>
      </p:sp>
      <p:grpSp>
        <p:nvGrpSpPr>
          <p:cNvPr id="272" name="Google Shape;272;p47"/>
          <p:cNvGrpSpPr/>
          <p:nvPr/>
        </p:nvGrpSpPr>
        <p:grpSpPr>
          <a:xfrm>
            <a:off x="4064000" y="5867400"/>
            <a:ext cx="4267200" cy="2530475"/>
            <a:chOff x="5130800" y="6781800"/>
            <a:chExt cx="4267200" cy="2530475"/>
          </a:xfrm>
        </p:grpSpPr>
        <p:pic>
          <p:nvPicPr>
            <p:cNvPr id="273" name="Google Shape;273;p47"/>
            <p:cNvPicPr preferRelativeResize="0"/>
            <p:nvPr/>
          </p:nvPicPr>
          <p:blipFill rotWithShape="1">
            <a:blip r:embed="rId3">
              <a:alphaModFix/>
            </a:blip>
            <a:srcRect b="0" l="0" r="66667" t="0"/>
            <a:stretch/>
          </p:blipFill>
          <p:spPr>
            <a:xfrm>
              <a:off x="5130800" y="6781800"/>
              <a:ext cx="2209800" cy="25304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74" name="Google Shape;274;p47"/>
            <p:cNvPicPr preferRelativeResize="0"/>
            <p:nvPr/>
          </p:nvPicPr>
          <p:blipFill rotWithShape="1">
            <a:blip r:embed="rId3">
              <a:alphaModFix/>
            </a:blip>
            <a:srcRect b="0" l="67816" r="0" t="0"/>
            <a:stretch/>
          </p:blipFill>
          <p:spPr>
            <a:xfrm>
              <a:off x="7264400" y="6781800"/>
              <a:ext cx="2133600" cy="253047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48"/>
          <p:cNvSpPr txBox="1"/>
          <p:nvPr>
            <p:ph type="title"/>
          </p:nvPr>
        </p:nvSpPr>
        <p:spPr>
          <a:xfrm>
            <a:off x="650875" y="390525"/>
            <a:ext cx="11703050" cy="162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5000" lIns="130025" spcFirstLastPara="1" rIns="130025" wrap="square" tIns="650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700"/>
              <a:buFont typeface="Gill Sans"/>
              <a:buNone/>
            </a:pPr>
            <a:r>
              <a:rPr b="1" i="0" lang="en-US" sz="5700" u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rPr>
              <a:t>How To Calculate How Many Kilocalories You Need</a:t>
            </a:r>
            <a:endParaRPr/>
          </a:p>
        </p:txBody>
      </p:sp>
      <p:sp>
        <p:nvSpPr>
          <p:cNvPr id="280" name="Google Shape;280;p48"/>
          <p:cNvSpPr txBox="1"/>
          <p:nvPr>
            <p:ph idx="1" type="body"/>
          </p:nvPr>
        </p:nvSpPr>
        <p:spPr>
          <a:xfrm>
            <a:off x="650875" y="2276475"/>
            <a:ext cx="11703050" cy="6435725"/>
          </a:xfrm>
          <a:prstGeom prst="rect">
            <a:avLst/>
          </a:prstGeom>
          <a:noFill/>
          <a:ln>
            <a:noFill/>
          </a:ln>
        </p:spPr>
        <p:txBody>
          <a:bodyPr anchorCtr="0" anchor="t" bIns="65000" lIns="130025" spcFirstLastPara="1" rIns="130025" wrap="square" tIns="65000">
            <a:normAutofit/>
          </a:bodyPr>
          <a:lstStyle/>
          <a:p>
            <a:pPr indent="-487362" lvl="0" marL="487362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300"/>
              <a:buFont typeface="Arial"/>
              <a:buChar char="•"/>
            </a:pPr>
            <a:r>
              <a:rPr b="0" i="0" lang="en-US" sz="43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 example, if you are 25 years old, are highly active, and weigh 120 pounds, you will require 120 X 20 = 2,400 kilocalories daily to maintain weight. If you want to gain weight you will require more; to lose, you will require less. The amount is only a rough estimate. </a:t>
            </a:r>
            <a:endParaRPr/>
          </a:p>
          <a:p>
            <a:pPr indent="-487362" lvl="0" marL="487362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300"/>
              <a:buFont typeface="Arial"/>
              <a:buChar char="•"/>
            </a:pPr>
            <a:r>
              <a:rPr b="0" i="0" lang="en-US" sz="43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Other factors, such as height, must be considered. A person 5 feet, 2 inches tall and active does not require as much energy as an active 6-footer whose body weight is the same.</a:t>
            </a:r>
            <a:endParaRPr/>
          </a:p>
          <a:p>
            <a:pPr indent="-214313" lvl="0" marL="487363" marR="0" rtl="0" algn="l">
              <a:spcBef>
                <a:spcPts val="860"/>
              </a:spcBef>
              <a:spcAft>
                <a:spcPts val="0"/>
              </a:spcAft>
              <a:buClr>
                <a:schemeClr val="dk1"/>
              </a:buClr>
              <a:buSzPts val="4300"/>
              <a:buFont typeface="Arial"/>
              <a:buNone/>
            </a:pPr>
            <a:r>
              <a:t/>
            </a:r>
            <a:endParaRPr b="0" i="0" sz="43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49"/>
          <p:cNvSpPr txBox="1"/>
          <p:nvPr>
            <p:ph type="title"/>
          </p:nvPr>
        </p:nvSpPr>
        <p:spPr>
          <a:xfrm>
            <a:off x="787400" y="254000"/>
            <a:ext cx="11430000" cy="172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5000" lIns="130025" spcFirstLastPara="1" rIns="130025" wrap="square" tIns="650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Gill Sans"/>
              <a:buNone/>
            </a:pPr>
            <a:r>
              <a:rPr b="1" i="0" lang="en-US" sz="6000" u="non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Malnutrition</a:t>
            </a:r>
            <a:endParaRPr/>
          </a:p>
        </p:txBody>
      </p:sp>
      <p:sp>
        <p:nvSpPr>
          <p:cNvPr id="286" name="Google Shape;286;p49"/>
          <p:cNvSpPr txBox="1"/>
          <p:nvPr/>
        </p:nvSpPr>
        <p:spPr>
          <a:xfrm>
            <a:off x="1016000" y="2286000"/>
            <a:ext cx="11582400" cy="640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17780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Noto Sans Symbols"/>
              <a:buChar char="❑"/>
            </a:pPr>
            <a:r>
              <a:rPr b="0" i="0" lang="en-US" sz="2800" u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rPr>
              <a:t>Malnutrition refers to </a:t>
            </a:r>
            <a:r>
              <a:rPr b="1" i="0" lang="en-US" sz="2800" u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rPr>
              <a:t>insufficient</a:t>
            </a:r>
            <a:r>
              <a:rPr b="0" i="0" lang="en-US" sz="2800" u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rPr>
              <a:t>,</a:t>
            </a:r>
            <a:r>
              <a:rPr b="1" i="0" lang="en-US" sz="2800" u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rPr>
              <a:t> excessive</a:t>
            </a:r>
            <a:r>
              <a:rPr b="0" i="0" lang="en-US" sz="2800" u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rPr>
              <a:t>, or </a:t>
            </a:r>
            <a:r>
              <a:rPr b="1" i="0" lang="en-US" sz="2800" u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rPr>
              <a:t>imbalanced</a:t>
            </a:r>
            <a:r>
              <a:rPr b="0" i="0" lang="en-US" sz="2800" u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rPr>
              <a:t> consumption of nutrients by an organism.</a:t>
            </a:r>
            <a:endParaRPr/>
          </a:p>
          <a:p>
            <a:pPr indent="-177800" lvl="0" marL="0" marR="0" rtl="0" algn="l">
              <a:lnSpc>
                <a:spcPct val="150000"/>
              </a:lnSpc>
              <a:spcBef>
                <a:spcPts val="240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Noto Sans Symbols"/>
              <a:buChar char="❑"/>
            </a:pPr>
            <a:r>
              <a:rPr b="0" i="0" lang="en-US" sz="2800" u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rPr>
              <a:t> In developed countries, the diseases of malnutrition are most often associated with nutritional imbalances or excessive consumption.</a:t>
            </a:r>
            <a:endParaRPr/>
          </a:p>
          <a:p>
            <a:pPr indent="-177800" lvl="0" marL="0" marR="0" rtl="0" algn="l">
              <a:lnSpc>
                <a:spcPct val="150000"/>
              </a:lnSpc>
              <a:spcBef>
                <a:spcPts val="240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Noto Sans Symbols"/>
              <a:buChar char="❑"/>
            </a:pPr>
            <a:r>
              <a:rPr b="0" i="0" lang="en-US" sz="2800" u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rPr>
              <a:t>Although there are more organisms in the world who are malnourished due to insufficient consumption, increasingly more organisms suffer from excessive over-nutrition; a problem caused by an over abundance of sustenance coupled with the instinctual desire (by animals in particular) to consume all that it can.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 result for thank you" id="291" name="Google Shape;291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759200" y="6010275"/>
            <a:ext cx="5629275" cy="37433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thank you environmental" id="292" name="Google Shape;292;p5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950912"/>
            <a:ext cx="13004800" cy="46878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itle &amp; Subtitle">
  <a:themeElements>
    <a:clrScheme name="">
      <a:dk1>
        <a:srgbClr val="595650"/>
      </a:dk1>
      <a:lt1>
        <a:srgbClr val="A6A9A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D0D1D4"/>
      </a:accent3>
      <a:accent4>
        <a:srgbClr val="4B4843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